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70" r:id="rId3"/>
    <p:sldId id="271" r:id="rId4"/>
    <p:sldId id="259" r:id="rId5"/>
    <p:sldId id="273" r:id="rId6"/>
    <p:sldId id="272" r:id="rId7"/>
    <p:sldId id="261" r:id="rId8"/>
    <p:sldId id="274" r:id="rId9"/>
    <p:sldId id="275" r:id="rId10"/>
    <p:sldId id="276" r:id="rId11"/>
    <p:sldId id="277" r:id="rId12"/>
    <p:sldId id="280" r:id="rId13"/>
    <p:sldId id="278" r:id="rId14"/>
    <p:sldId id="268" r:id="rId15"/>
    <p:sldId id="267" r:id="rId16"/>
    <p:sldId id="279" r:id="rId17"/>
    <p:sldId id="269" r:id="rId18"/>
  </p:sldIdLst>
  <p:sldSz cx="17475200" cy="9753600"/>
  <p:notesSz cx="17475200" cy="97536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C3D35"/>
    <a:srgbClr val="F0F0E8"/>
    <a:srgbClr val="EFE6E1"/>
    <a:srgbClr val="F6EBE5"/>
    <a:srgbClr val="F1DFD7"/>
    <a:srgbClr val="E4D5CD"/>
    <a:srgbClr val="EAEEDE"/>
    <a:srgbClr val="F5F6D6"/>
    <a:srgbClr val="F1ECD7"/>
    <a:srgbClr val="DBCE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089DA23-B6D8-451A-9353-B963453007E3}" v="114" dt="2026-01-18T10:48:29.84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1" d="100"/>
          <a:sy n="51" d="100"/>
        </p:scale>
        <p:origin x="955" y="53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5T11:09:46.039"/>
    </inkml:context>
    <inkml:brush xml:id="br0">
      <inkml:brushProperty name="width" value="0.1" units="cm"/>
      <inkml:brushProperty name="height" value="0.1" units="cm"/>
      <inkml:brushProperty name="color" value="#FFCCFF"/>
    </inkml:brush>
  </inkml:definitions>
  <inkml:trace contextRef="#ctx0" brushRef="#br0">0 0 9830,'0'0'0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5T11:10:58.501"/>
    </inkml:context>
    <inkml:brush xml:id="br0">
      <inkml:brushProperty name="width" value="0.2" units="cm"/>
      <inkml:brushProperty name="height" value="0.2" units="cm"/>
      <inkml:brushProperty name="color" value="#F0F0E8"/>
    </inkml:brush>
  </inkml:definitions>
  <inkml:trace contextRef="#ctx0" brushRef="#br0">236 1 6553,'-210'379'5537,"200"-363"-5301,-5 8 585,14-23-666,3-2-63,9-13-184,18-29-193,-12 18 58,0 1-1,39-40 1,-43 51 352,1 2 1,1-1-1,0 2 1,0 0 0,20-10-1,-34 20-112,0-1 0,0 1 1,0-1-1,0 1 0,0 0 0,0-1 0,0 1 0,0 0 0,0-1 0,0 1 1,0 0-1,0 0 0,0 0 0,0 0 0,0 0 0,0 0 0,0 0 0,0 1 1,-1-1-1,1 0 0,0 1 0,0-1 0,0 0 0,2 2 0,-3-2 1,0 1 0,0 0 1,1 0-1,-1 0 0,0 0 0,0 0 0,0 0 0,0-1 0,0 1 0,0 0 0,-1 0 0,1 0 0,0 0 1,0 0-1,0-1 0,-1 1 0,1 0 0,-1 0 0,1-1 0,0 1 0,-1 0 0,0 0 0,1-1 0,-1 1 0,1 0 1,-1-1-1,0 1 0,0 0 0,-2 2 25,1 0-1,0 1 1,-1-1 0,2 1 0,-1-1 0,0 1 0,1 0-1,-1 0 1,1 0 0,0 0 0,1 0 0,-1 0 0,1 0-1,-1 0 1,1 0 0,1 5 0,-1-6-15,0-1 1,1 1-1,-1-1 1,1 0-1,-1 1 0,1-1 1,0 0-1,0 1 1,0-1-1,0 0 0,0 0 1,1 0-1,-1 0 1,0 0-1,1 0 1,0 0-1,-1-1 0,1 1 1,0-1-1,0 1 1,0-1-1,0 1 0,0-1 1,0 0-1,1 0 1,-1 0-1,0 0 0,4 0 1,52 19 581,3 1-111,-56-19-450,-1-1 0,1-1 0,0 1 0,0-1 0,0 0 1,-1 0-1,1 0 0,0-1 0,0 1 0,7-3 0,-11 3-56,1-1 0,0 0 1,0 0-1,-1 0 0,1 0 1,0 0-1,-1 0 0,1 0 1,-1 0-1,0-1 0,1 1 1,-1 0-1,0-1 0,0 1 1,0-1-1,0 0 0,0 1 1,0-1-1,0 0 0,0 1 0,-1-1 1,1 0-1,-1 0 0,1 0 1,-1 0-1,0 0 0,0 0 1,0 1-1,0-1 0,0 0 1,0 0-1,0 0 0,-1 0 1,1 0-1,-1 0 0,1 1 1,-2-4-1,-1-4-82,0 1 0,-1 0-1,0 0 1,0 1 0,-1-1 0,-10-12 0,10 14 110,0 0 1,-1 1 0,0-1-1,0 1 1,0 1-1,0-1 1,-1 1 0,1 0-1,-1 1 1,0 0 0,-1 0-1,1 0 1,0 1 0,-1 0-1,0 0 1,1 1-1,-1 0 1,0 1 0,1-1-1,-13 2 1,-31 0 286,99 30 316,59 31 152,-96-55-677,19 11 254,0 1-1,52 44 1,-45-29 28,2-1 0,2-2 1,0-1-1,2-3 0,53 26 0,-219-97-285,67 20-291,-75-38 134,109 51 125,0 1 1,-36-10-1,68 21-24,0 0 0,0-1 0,18-2 0,4 1 10,-12 1-3,0 0 1,40-7-1,-52 5-28,-1 0-1,1 0 0,0-1 1,-1 0-1,0 0 1,0-1-1,0 0 0,0 0 1,-1-1-1,10-7 1,-11 7 1,1 0 0,0 0 0,-1 1 0,2 0 1,-1 0-1,8-4 0,-12 8-11,1-1-1,-1 0 1,0 0 0,1 1 0,-1-1-1,1 1 1,-1 0 0,0 0-1,1 0 1,-1 0 0,1 0-1,-1 0 1,0 1 0,1-1-1,-1 1 1,1 0 0,-1 0-1,0 0 1,0 0 0,0 0-1,4 3 1,20 15 46,-19-13-35,-1-1 0,1 0 0,0 0 0,0-1 0,0 1-1,1-2 1,0 1 0,-1-1 0,11 3 0,-49-25 95,-83-16-78,-83-28 34,53 5 27,123 53-79,17 4 9,18 2-4,15 3 7,1 2 0,55 18 1,-62-16-11,1 0 1,0-2-1,0-1 1,1-1 0,34 1-1,37-7 36,153 4 80,-222 1-109,0 0 0,46 14 0,-72-17-24,1 0 0,-1 0 0,0 0 1,1 1-1,-1-1 0,0 1 0,0-1 0,1 1 0,-1-1 1,0 1-1,0 0 0,0-1 0,0 1 0,0 0 0,0 0 1,0 0-1,0 0 0,0 0 0,0 0 0,0 0 0,-1 0 1,1 0-1,0 0 0,-1 0 0,1 1 0,-1-1 0,1 0 0,-1 0 1,0 1-1,0-1 0,1 0 0,-1 0 0,0 1 0,0-1 1,0 0-1,0 1 0,0-1 0,-1 0 0,1 1 0,0-1 1,-1 0-1,1 0 0,-1 1 0,1-1 0,-1 0 0,1 0 1,-2 2-1,-1 1 0,1 0 0,-1 0 1,-1 0-1,1-1 0,0 1 1,-1-1-1,0 0 1,0 0-1,0 0 0,0 0 1,-7 3-1,-14 4 0,-1-2 0,-40 9 0,37-13 0,0-2 0,-1-1 0,-35-4 0,-1 1 0,54 2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5T11:11:32.990"/>
    </inkml:context>
    <inkml:brush xml:id="br0">
      <inkml:brushProperty name="width" value="0.2" units="cm"/>
      <inkml:brushProperty name="height" value="0.2" units="cm"/>
      <inkml:brushProperty name="color" value="#F0F0E8"/>
    </inkml:brush>
  </inkml:definitions>
  <inkml:trace contextRef="#ctx0" brushRef="#br0">134 0 6553,'-6'7'319,"0"1"0,0 0 0,1 0-1,-8 16 1,8-15-98,0 0 1,0 0-1,-1 0 0,-7 8 0,-6 12 484,18-26-624,-1 0 1,1 0-1,-1 0 0,0 0 0,0 0 0,0 0 1,0-1-1,-1 1 0,1-1 0,-1 1 0,1-1 1,-1 0-1,-6 4 0,9-6-80,0 0 1,0 0-1,-1 0 0,1 0 0,0 1 0,0-1 1,0 0-1,-1 0 0,1 0 0,0 0 1,0 0-1,-1 0 0,1 0 0,0 0 0,-1 0 1,1 0-1,0 0 0,0 0 0,-1 0 1,1 0-1,0 0 0,0 0 0,-1 0 0,1 0 1,0 0-1,0 0 0,-1 0 0,1 0 0,0-1 1,0 1-1,0 0 0,-1 0 0,1 0 1,0 0-1,0-1 0,0 1 0,-1 0 0,1-1 1,1-11 6,10-16-56,-10 26 38,4-8 59,0 0-1,1 1 1,0 0-1,1 0 1,0 0-1,0 1 1,1 0-1,0 0 1,10-7-1,-17 15-36,-1-1 0,0 1 0,1 0-1,-1-1 1,1 1 0,-1 0 0,1-1 0,-1 1-1,1 0 1,-1 0 0,1-1 0,-1 1 0,1 0-1,-1 0 1,1 0 0,-1 0 0,1 0 0,0 0-1,-1 0 1,1 0 0,-1 0 0,1 0 0,-1 0-1,1 0 1,-1 0 0,1 0 0,-1 1 0,2-1-1,2 15 347,-9 27 316,4-38-567,-10 63 579,-18 82 851,28-133-1247,10-17-77,-6 0-233,-1-1 0,1 0-1,-1 0 1,0 0 0,0 0-1,0 0 1,0-1 0,2-2 0,6-10-177,13-26-203,-22 39 373,0 0 0,-1 0 0,1-1-1,-1 1 1,0 0 0,1-1 0,-1 1-1,0 0 1,0-1 0,0 1 0,-1 0 0,1-1-1,-1 1 1,1 0 0,-1-1 0,0 1-1,-1-3 1,-1-2-44,1 0-1,-1 1 1,1-1-1,1 0 1,-1-1 0,1 1-1,0 0 1,1 0-1,0 0 1,0 0-1,1-1 1,0 1 0,2-11-1,-3 17 81,0 1-1,1 0 0,-1-1 1,0 1-1,0-1 1,0 1-1,1 0 0,-1-1 1,0 1-1,0 0 1,1 0-1,-1-1 0,0 1 1,1 0-1,-1-1 1,0 1-1,1 0 1,-1 0-1,0 0 0,1-1 1,-1 1-1,0 0 1,1 0-1,-1 0 0,1 0 1,-1 0-1,0 0 1,1 0-1,-1 0 0,1 0 1,0 0-1,14 8 203,15 21 173,-25-23-249,26 27 339,-11-11-8,1 0 1,36 27-1,-34-30 70,26 27-1,-29-27-27,35 28 0,-35-31-122,-1 1 1,20 23-1,-35-35-326,-4-5-53,0 0-1,1 0 1,-1 0 0,0 0-1,0 0 1,0 0 0,0 0 0,1 1-1,-1-1 1,0 0 0,0 0-1,0 0 1,0 0 0,0 0-1,0 1 1,0-1 0,0 0-1,0 0 1,1 0 0,-1 1-1,0-1 1,0 0 0,0 0 0,0 0-1,0 1 1,0-1 0,0 0-1,0 0 1,0 0 0,0 0-1,0 1 1,-1-1 0,1 0-1,0 0 1,0 0 0,0 1-1,0-1 1,0 0 0,0 0-1,0 0 1,0 0 0,-10 3 234,-14-5 60,-12-6-774,0-2 0,-61-26-1,50 18 683,26 10-108,11 5-48,0 0 0,0 0-1,1-1 1,0-1 0,0 1-1,0-2 1,0 1 0,1-1-1,0 0 1,-13-13-1,109 97 572,-76-64-547,-1 0 1,-1 1 0,0 1 0,0 0 0,-2 0 0,0 0-1,-1 1 1,0 0 0,-1 1 0,3 19 0,-8-32-54,-1 0 1,2-1-1,-1 1 0,0-1 1,1 1-1,0-1 0,0 0 1,0 1-1,1-1 1,-1 0-1,1-1 0,0 1 1,0 0-1,0-1 0,1 1 1,-1-1-1,1 0 1,0 0-1,0-1 0,0 1 1,0-1-1,0 0 1,0 0-1,1 0 0,5 1 1,240 84 812,248 91-837,-469-168 0,-18-6 0,1 1 0,0-2 0,0 1 0,0-2 0,1 0 0,-1 0 0,18-1 0,-4-1 0,-5 0 0,-1-1 0,1-1 0,-1-1 0,35-8 0,-21 3 0,2 1 0,-1 2 0,1 1 0,-1 2 0,58 4 0,67-4 0,-156 2 0,13-1 0,0-1 0,0 0 0,0-1 0,-1-1 0,24-8 0,-38 10-32,0 1 0,0 0 1,-1-1-1,1 1 0,-1-1 1,1 0-1,-1 0 0,0 1 0,1-1 1,-1 0-1,0 0 0,0 0 0,0 0 1,0 0-1,-1 0 0,1-1 1,-1 1-1,1 0 0,-1 0 0,0 0 1,1-4-1,-3-57-1106,0 36 844,2 21 168,0 0 0,-1 0-1,0-1 1,0 1 0,0 0 0,-1 1 0,0-1 0,0 0-1,0 0 1,-1 1 0,-6-11 0,7 13 114,0 0 1,-1 1-1,1-1 0,-1 0 1,0 1-1,1 0 1,-1-1-1,0 1 1,-1 0-1,1 1 0,0-1 1,0 0-1,-1 1 1,1 0-1,-1 0 0,1 0 1,-1 0-1,1 0 1,-1 1-1,-6 0 0,-12 0 88,2-1 28,0 1-1,-1 1 0,1 2 1,0-1-1,-27 9 0,1 6 109,29-10-116,-1-1-1,1 0 0,-1-2 1,-24 4-1,41-8-91,1 0 0,0 0 0,-1 0 0,1 0 0,0 0 0,-1 0 0,1 0 0,0 0 0,-1 0 0,1 0 0,0 0 0,-1 0 1,1 0-1,0 0 0,-1 0 0,1 0 0,0 0 0,-1 1 0,1-1 0,0 0 0,-1 0 0,1 0 0,0 1 0,0-1 0,-1 0 0,1 0 0,0 0 0,0 1 0,-1-1 0,1 0 0,0 1 0,0-1 0,0 1 0,9 5 89,21 4 25,39-6 139,-46-4-75,39 5 0,10 7 142,-64-11-318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5T11:11:42.017"/>
    </inkml:context>
    <inkml:brush xml:id="br0">
      <inkml:brushProperty name="width" value="0.2" units="cm"/>
      <inkml:brushProperty name="height" value="0.2" units="cm"/>
      <inkml:brushProperty name="color" value="#F0F0E8"/>
    </inkml:brush>
  </inkml:definitions>
  <inkml:trace contextRef="#ctx0" brushRef="#br0">1 1 6553,'-1'0'0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5T11:11:57.741"/>
    </inkml:context>
    <inkml:brush xml:id="br0">
      <inkml:brushProperty name="width" value="0.2" units="cm"/>
      <inkml:brushProperty name="height" value="0.2" units="cm"/>
      <inkml:brushProperty name="color" value="#F0F0E8"/>
    </inkml:brush>
  </inkml:definitions>
  <inkml:trace contextRef="#ctx0" brushRef="#br0">0 0 6553,'3'5'153,"-1"0"0,2 0-1,-1 0 1,0-1-1,1 1 1,0-1-1,0 0 1,0 0-1,0 0 1,7 4 0,11 8 477,0-1 1,2 0 0,-1-2 0,2-1-1,37 14 1,-56-24-490,-1-1-31,1 1-1,-1 0 1,0 0-1,0 0 1,0 0-1,-1 1 1,9 5-1,-13-8-91,0 1 1,0-1-1,-1 0 0,1 1 0,0-1 1,0 0-1,-1 1 0,1-1 1,0 0-1,0 0 0,-1 1 1,1-1-1,0 0 0,-1 0 0,1 1 1,0-1-1,-1 0 0,1 0 1,0 0-1,-1 0 0,1 0 0,-1 1 1,1-1-1,0 0 0,-1 0 1,1 0-1,0 0 0,-1 0 0,1 0 1,-1 0-1,1 0 0,-1-1 1,-16 3 387,-22-3 504,-1-2 0,-70-13 0,82 13-381,22 2-17,20 3 31,2 0-190,1 2 0,-1 0 0,0 1 0,0 1 0,-1 0 1,1 1-1,-1 1 0,25 17 0,-16-10 348,50 22 0,-27-18-701,-7-2 0,77 20 0,-77-25 82,78 32 0,-40-13-1338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5T11:12:07.224"/>
    </inkml:context>
    <inkml:brush xml:id="br0">
      <inkml:brushProperty name="width" value="0.2" units="cm"/>
      <inkml:brushProperty name="height" value="0.2" units="cm"/>
      <inkml:brushProperty name="color" value="#F0F0E8"/>
    </inkml:brush>
  </inkml:definitions>
  <inkml:trace contextRef="#ctx0" brushRef="#br0">39 1 6553,'70'2'1428,"0"4"-1,0 2 1,-1 4-1,0 2 1,87 31-1,-106-28-590,-14-3 38,1-2-1,0-2 1,63 9-1,-89-18-653,-1 0-1,1 1 0,0 0 1,-1 0-1,0 1 0,1 1 1,17 8-1,-28-12-208,0 0 1,0 0-1,1 0 1,-1 0-1,0 1 1,0-1-1,0 0 1,0 0-1,0 0 1,0 0-1,1 0 1,-1 0-1,0 0 1,0 0-1,0 1 1,0-1-1,0 0 1,0 0-1,0 0 1,0 0-1,0 0 1,0 0-1,1 1 1,-1-1-1,0 0 1,0 0-1,0 0 1,0 0-1,0 1 1,0-1-1,0 0 1,0 0-1,0 0 1,0 0-1,0 0 1,0 1-1,-1-1 1,1 0-1,0 0 1,0 0-1,0 0 1,0 0-1,0 1 1,0-1-1,0 0 1,0 0-1,0 0 1,0 0-1,-1 0 1,1 0-1,-11 5 417,-17-2 103,-104 1-744,0-6 0,0-6 0,-140-26 0,256 30 200,0 0-1,-1-2 1,-15-7 0,4 2-75,-8-1 131,-17-7 30,53 19-74,0 0 1,0 0 0,1 0 0,-1 0-1,0 0 1,0 0 0,0 0-1,0 0 1,0-1 0,0 1 0,0 0-1,0 0 1,0 0 0,0 0-1,0 0 1,0 0 0,0 0 0,0 0-1,0 0 1,0 0 0,0 0-1,0 0 1,0 0 0,0-1 0,0 1-1,0 0 1,0 0 0,0 0-1,0 0 1,0 0 0,0 0 0,0 0-1,0 0 1,0 0 0,0 0-1,0 0 1,0-1 0,0 1-1,0 0 1,0 0 0,0 0 0,0 0-1,0 0 1,0 0 0,0 0-1,0 0 1,0 0 0,0 0 0,0 0-1,0 0 1,-1 0 0,1 0-1,0 0 1,0 0 0,0 0 0,0 0-1,0 0 1,0 0 0,0 0-1,0-1 1,0 1 0,0 0-1,11-1 29,15 3 12,9 5 12,0 2 0,0 2 0,48 21 0,-42-14 20,69 17 0,-16-7 56,-67-19-82,0-1-1,1-1 0,45 6 1,-50-10-23,-1 1 1,0 1-1,25 9 1,-28-7-4,1-2-1,0 0 1,1-1 0,25 2 0,-31-4-21,0 0 0,0 1 0,0 1 0,-1 1 0,28 12 0,12 3 0,93 18 0,-52-22 0,-70-9 0,46 18 0,-64-22 0,29 11 0,0-2 0,42 10 0,-36-7 0,-37-12 0,1-1 0,-1 1 0,1-1 0,-1 0 0,1-1 0,0 1 0,8 0 0,5 1 0,1 1 0,-1 0 0,0 2 0,0 1 0,-1 0 0,0 1 0,19 11 0,7 3 0,64 24 0,-64-24 0,-37-18 0,1 1 0,0-1 0,0-1 0,0 0 0,1 0 0,-1 0 0,1-1 0,-1 0 0,1-1 0,10 1 0,11-1 0,-22 0 0,1-1 0,0 1 0,0-2 0,-1 1 0,1-1 0,0 0 0,13-4 0,-22 4-2,1 1 0,0 0-1,0 0 1,-1 0 0,1-1 0,0 1 0,0 0-1,-1-1 1,1 1 0,0-1 0,-1 1 0,1-1-1,-1 1 1,1-1 0,-1 1 0,1-1 0,-1 0-1,1 1 1,-1-1 0,1 0 0,-1 1 0,0-1 0,0 0-1,1 1 1,-1-1 0,0 0 0,0 0 0,0 1-1,1-1 1,-1 0 0,0-1 0,-1 0-9,0 1 0,0-1 0,1 1 0,-1-1 0,0 1 0,0-1 0,-1 1 0,1 0 0,0-1 0,0 1 0,-1 0 0,1 0 0,-2-1 0,-7-5-44,0 1-1,0 1 1,-12-5 0,-37-13 92,5 2 23,-84-44 0,93 36-29,30 19-17,-1 0 0,0 1 0,-1 0 0,0 1 0,-35-11 0,9 6-199,-72-31 0,69 25 103,-26-7-52,39 16-87,-39-20 1,17 6 221,35 17 41,1-2-1,-24-14 1,26 14-2,-1-1 0,-1 2 1,-23-7-1,-18-8 43,-81-33 118,137 55-212,0-1 0,1 0 0,-1 1 0,1-2 0,-1 1 0,1 0 0,-5-5 0,3 1-16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5T11:12:18.741"/>
    </inkml:context>
    <inkml:brush xml:id="br0">
      <inkml:brushProperty name="width" value="0.2" units="cm"/>
      <inkml:brushProperty name="height" value="0.2" units="cm"/>
      <inkml:brushProperty name="color" value="#F0F0E8"/>
    </inkml:brush>
  </inkml:definitions>
  <inkml:trace contextRef="#ctx0" brushRef="#br0">557 1481 6553,'-11'0'242,"1"0"0,-1 0 0,0-1 0,1 0-1,-1-1 1,1 0 0,0 0 0,-1-1 0,-14-7 0,-86-45 2034,96 47-2059,0 0 0,0-1 0,1-1 0,0 0 0,1-1 0,0 0 0,1-1 0,0-1 0,1 0 0,-17-25 0,24 29-299,0 0 0,1 0 1,1 0-1,-1 0 0,1 0 0,1-1 0,0 1 0,0-1 0,1 1 0,1-15 0,0 30 192,-1-1-1,1 1 0,1-1 1,-1 1-1,1-1 1,0 1-1,0-1 0,4 7 1,29 48 632,-24-42-494,-2-3-74,7 11 450,23 31 0,-26-44-367,-1-1-1,1-1 0,1 0 0,0-1 1,25 14-1,-18-10 189,32 23 0,-48-32-369,1 0 29,-1 0 0,0-1 1,1 0-1,0 0 0,0 0 0,0-1 1,0 0-1,9 4 0,-12-6-59,0 0 0,-1 0-1,1 0 1,-1 1 0,1-1 0,-1 1-1,0 0 1,0 0 0,1 0 0,-1 0-1,-1 0 1,3 3 0,-3-5-32,-1 1 0,0-1 0,1 0 1,-1 1-1,0-1 0,0 1 0,1 0 1,-1-1-1,0 1 0,0-1 1,0 1-1,0-1 0,0 1 0,0-1 1,0 1-1,0 0 0,0-1 0,0 1 1,0-1-1,0 1 0,0-1 0,0 1 1,-1 0-1,0 0 0,1 0-1,-1-1 1,0 1 0,1-1-1,-1 1 1,0-1 0,0 1-1,0-1 1,0 1 0,0-1-1,1 0 1,-1 1 0,0-1-1,0 0 1,0 0 0,0 0-1,0 0 1,0 0 0,-1 0 0,-73 0 643,69-1-576,-1 0 1,1 0 0,0-1 0,-1 0 0,1 0-1,0 0 1,0-1 0,0 0 0,-6-4-1,7 4-9,0 1 0,0-1 0,-1 1 0,1 1 0,-7-3 0,-17-5 166,-117-52-238,140 58-100,1 0 1,0 0-1,0-1 1,0 1-1,0-1 1,0 0-1,1 0 1,0-1-1,0 1 1,0-1-1,0 0 1,-3-7-1,-3-4-357,2 0 0,-12-32 0,18 43 361,1 0 0,0 0 0,1 0 0,-1 0 0,1 0 0,0-8 0,-2-23-448,2 36 546,0 0-1,0 0 1,0 0 0,0 0-1,-1 0 1,1 0 0,0 0-1,0 0 1,0 0 0,0 0-1,0 0 1,0 0-1,0 0 1,0 0 0,0 0-1,0 0 1,0 0 0,0 0-1,0 0 1,0 0 0,-1 0-1,1 0 1,0 0 0,0 0-1,0 0 1,0 0-1,0 0 1,0 0 0,0 0-1,0 0 1,0 0 0,0 0-1,0 0 1,0 0 0,0 0-1,0 0 1,-1 0-1,1 0 1,0 0 0,0 0-1,0 0 1,0 0 0,0 0-1,0 0 1,0 0 0,0 0-1,0 0 1,0 0 0,0 0-1,0-1 1,0 1-1,0 0 1,0 0 0,-3 12 59,0 15 31,2-13-25,1 1 1,1 0-1,0 0 1,0 0 0,2 0-1,0-1 1,1 1-1,0-1 1,8 16-1,7 21 115,-15-38-118,0-1 0,1-1 0,0 1 0,1-1 0,8 13 0,-3-7 17,2 1 59,-11-21-222,-6-12-198,-4-9-45,4 15 115,1-1 0,1 1 0,-4-18 0,5 20 92,-8-123-1676,8 119 1600,0 1 1,-1-1-1,0 1 0,-1 0 1,-5-12-1,0-5-279,-5-1 388,11 25 53,0-1-1,0 1 1,0-1-1,1 0 1,0 1 0,-1-1-1,1 0 1,0-7-1,-2-2-131,0 0 1,0 1-1,-1-1 0,0 1 0,-1 0 0,-13-22 0,-3-9-322,12 25 402,8 16 70,-1 0 0,1 0 0,0-1 1,0 1-1,0-1 0,0 1 0,0-1 0,1 1 0,-2-5 0,3 6 28,-1 0-1,0 0 1,1 0 0,-1 0-1,1 0 1,-1 0 0,1-1-1,-1 1 1,1 1 0,0-1-1,-1 0 1,1 0 0,0 0-1,0 0 1,0 0 0,0 1-1,-1-1 1,1 0 0,0 1-1,0-1 1,1 1 0,-1-1-1,0 1 1,0-1-1,0 1 1,0 0 0,2-1-1,0 0 26,27-9 134,0-1-1,-1-2 1,-1 0-1,35-23 1,-16 11 332,-13 9-133,36-29 70,-70 45-437,1 0 0,-1-1 0,0 1 0,0 0 0,0 0 0,1-1 0,-1 1 0,0 0 0,0 0 0,1 0 0,-1-1 0,0 1 0,1 0 0,-1 0 0,0 0 0,0 0 0,1 0 0,-1-1 0,0 1 0,1 0 0,-1 0 0,0 0 0,1 0 1,-1 0-1,0 0 0,1 0 0,-1 0 0,0 0 0,1 0 0,-1 0 0,0 1 0,1-1 0,-1 0 0,0 0 0,1 0 0,-1 0 0,0 0 0,1 1 0,-1-1 0,0 0 0,1 1 0,-4 15 177,-14 21 141,3-17-108,-1 0 0,-1-1 0,0-1-1,-2 0 1,0-1 0,-1-1 0,-26 18 0,-4 4 210,49-38-425,-1 0 1,1 1 0,0-1-1,0 0 1,0 0 0,-1 1-1,1-1 1,0 0 0,-1 0-1,1 1 1,0-1 0,-1 0-1,1 0 1,0 0-1,-1 0 1,1 0 0,0 0-1,-1 1 1,1-1 0,0 0-1,-1 0 1,1 0 0,-1 0-1,1 0 1,0 0 0,-1 0-1,1 0 1,0-1-1,-1 1 1,1 0 0,0 0-1,-1 0 1,1 0 0,0 0-1,-1-1 1,1 1 0,0 0-1,-1 0 1,1 0 0,0-1-1,0 1 1,-1 0-1,1 0 1,-1-1 0,-3-22-251,9-28-380,-3 46 515,0-1 0,0 0 0,1 0-1,-1 1 1,1 0 0,1-1 0,-1 1-1,1 0 1,7-7 0,47-41-934,-27 27 643,120-127-2050,28-29-183,-157 155 2592,-22 27 53,0-1 0,0 1-1,0 0 1,0 0 0,1 0 0,-1 0 0,0 0 0,0 0 0,0-1 0,0 1 0,0 0-1,0 0 1,0 0 0,0 0 0,0-1 0,0 1 0,0 0 0,0 0 0,0 0-1,0 0 1,0-1 0,0 1 0,0 0 0,0 0 0,0 0 0,0 0 0,0-1 0,0 1-1,0 0 1,0 0 0,0 0 0,0 0 0,0 0 0,-1-1 0,1 1 0,0 0 0,0 0-1,0 0 1,0 0 0,0 0 0,0 0 0,0 0 0,-1-1 0,1 1 0,0 0 0,0 0-1,0 0 1,-18 6 340,-137 86 2014,111-63-1563,-29 17 264,30-16-351,34-23-480,0 0-1,0-1 1,-17 9 0,47-26-338,34-24 0,-13 7-780,335-211-2987,-343 209 4363,-29 25-411,0 0 0,0 0-1,0 1 1,1 0 0,0 0 0,7-4 0,-13 8-66,1-1 0,-1 1-1,0-1 1,1 1 0,-1 0-1,1 0 1,-1-1 0,1 1-1,-1 0 1,1 0 0,0-1 0,-1 1-1,1 0 1,-1 0 0,1 0-1,-1 0 1,1 0 0,-1 0-1,1 0 1,0 0 0,-1 0 0,1 0-1,-1 0 1,1 0 0,-1 0-1,1 1 1,-1-1 0,1 0 0,0 0-1,-1 0 1,1 1 0,-1-1-1,0 0 1,1 1 0,-1-1-1,1 1 1,-1-1 0,1 0 0,-1 1-1,0-1 1,1 1 0,-1-1-1,0 1 1,0-1 0,1 1 0,-1-1-1,0 1 1,0-1 0,0 1-1,0 0 1,0-1 0,1 1-1,-1-1 1,0 1 0,0-1 0,0 1-1,-1 0 1,1-1 0,0 1-1,0-1 1,0 1 0,0-1-1,0 1 1,-1-1 0,1 1 0,-1 5 85,-1 0 1,0-1-1,0 1 1,0-1 0,-4 7-1,-37 54 1187,-63 73 0,49-67-427,42-53-552,-107 128 1861,-63 40 683,161-164-2799,15-15-44,1 0 0,-1 1 0,2-1 0,-9 12 0,53-42-626,65-54-1486,60-47-1047,-53 18 672,-46 43 1573,-35 32 517,-1-1 0,-2-1 0,36-59 0,-47 69 178,10-11-313,35-39-1,1 1-211,-38 41 471,45-55-251,-44 61 1018,91-106 94,-103 117-500,1 0-1,0 0 1,1 1-1,0 1 0,1 0 1,20-12-1,-34 23-87,0 0 1,0 0-1,0 0 0,0-1 0,1 1 1,-1 0-1,0 0 0,0 0 0,0 0 0,0 0 1,0 0-1,0 0 0,0 0 0,1 0 0,-1-1 1,0 1-1,0 0 0,0 0 0,0 0 0,0 0 1,1 0-1,-1 0 0,0 0 0,0 0 0,0 0 1,0 0-1,1 0 0,-1 0 0,0 0 0,0 0 1,0 0-1,0 0 0,0 0 0,1 1 0,-1-1 1,0 0-1,0 0 0,0 0 0,0 0 0,0 0 1,0 0-1,1 0 0,-1 0 0,0 0 0,0 1 1,0-1-1,0 0 0,0 0 0,-2 10 192,-9 12 115,11-21-268,-22 42 693,9-15-216,-1-1 0,-21 28 0,-96 112 2098,115-150-2199,0 0 0,-1-1 0,-1-1 1,-21 13-1,12-8-169,-5 6 104,9-8 386,-47 30-1,61-43-721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5T11:12:22.888"/>
    </inkml:context>
    <inkml:brush xml:id="br0">
      <inkml:brushProperty name="width" value="0.2" units="cm"/>
      <inkml:brushProperty name="height" value="0.2" units="cm"/>
      <inkml:brushProperty name="color" value="#F0F0E8"/>
    </inkml:brush>
  </inkml:definitions>
  <inkml:trace contextRef="#ctx0" brushRef="#br0">1 469 6553,'8'-1'102,"0"0"0,0-1-1,0 0 1,0-1-1,-1 1 1,14-8-1,0 2-72,101-50-124,-51 23 231,-53 26 114,-1-1 0,0-1 0,0 0 0,-1-1 0,0-1 0,-1 0 0,13-16 0,-21 21-148,0 1 0,-1 0 0,0-1 0,-1 0 0,8-16 0,-12 24-92,-1 0-1,0-1 1,0 1-1,0 0 0,0 0 1,1-1-1,-1 1 1,0 0-1,0 0 1,0-1-1,0 1 1,0 0-1,0-1 0,0 1 1,0 0-1,0 0 1,0-1-1,0 1 1,0 0-1,0-1 0,0 1 1,0 0-1,0-1 1,0 1-1,0 0 1,0 0-1,0-1 0,-1 1 1,1 0-1,0 0 1,0-1-1,0 1 1,0 0-1,-1 0 0,1-1 1,0 1-1,0 0 1,-1 0-1,-12 1 276,-14 12 111,-28 36 811,26-23-481,-1-1-1,-39 25 1,-44 35 1205,113-84-1927,-1-1 1,1 0 0,0 0 0,0 1 0,-1-1 0,1 0 0,0 0 0,-1 1 0,1-1-1,-1 0 1,1 0 0,0 0 0,-1 0 0,1 0 0,-1 0 0,1 1 0,0-1-1,-1 0 1,1 0 0,-1 0 0,1 0 0,0 0 0,-1 0 0,1-1 0,-1 1 0,1 0-1,0 0 1,-1 0 0,1 0 0,-1 0 0,1-1 0,0 1 0,-1 0 0,0-15-205,13-17-172,5 9 59,1 0 0,1 1 0,23-20 0,2-4-16,15-12 331,-41 39-104,35-28-1,-22 20 147,32-25 873,-61 50-895,-1 1-1,1 0 0,0 0 0,-1 0 0,1 0 0,0 0 0,0 0 0,-1 1 1,1-1-1,0 1 0,0-1 0,0 1 0,0 0 0,0-1 0,0 1 1,0 0-1,-1 0 0,1 1 0,0-1 0,0 0 0,0 1 0,0-1 1,0 1-1,0-1 0,-1 1 0,1 0 0,0 0 0,2 1 0,2 3 90,1 1-1,-1 0 0,-1 0 0,1 0 0,7 11 1,-9-10 3,1-1 1,0 0-1,0 0 1,11 9-1,24 16 460,15 11 205,-48-39-765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5T11:12:25.933"/>
    </inkml:context>
    <inkml:brush xml:id="br0">
      <inkml:brushProperty name="width" value="0.2" units="cm"/>
      <inkml:brushProperty name="height" value="0.2" units="cm"/>
      <inkml:brushProperty name="color" value="#F0F0E8"/>
    </inkml:brush>
  </inkml:definitions>
  <inkml:trace contextRef="#ctx0" brushRef="#br0">115 308 6553,'7'-9'31,"0"-1"-1,-1 0 0,0 0 0,-1-1 0,0 1 0,-1-1 0,0 0 0,2-13 0,3-1 0,-7 14-36,1 1 1,-1-1 0,0-17 0,2-6-7,-4 33 26,0 0-1,0-1 1,0 1 0,0 0 0,0 0 0,0 0 0,0 0-1,0-1 1,-1 1 0,1 0 0,0 0 0,-1 0 0,1 0-1,-1 0 1,1 0 0,-1 0 0,1 0 0,-1 0 0,0 0-1,0 0 1,1 0 0,-1 0 0,0 1 0,0-1-1,-2-1 1,-30-13 670,9 5-216,15 6-205,-1 1-1,1-1 1,-17-3-1,-1 0 300,0 3-105,18 3-430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5T11:12:36.745"/>
    </inkml:context>
    <inkml:brush xml:id="br0">
      <inkml:brushProperty name="width" value="0.05" units="cm"/>
      <inkml:brushProperty name="height" value="0.05" units="cm"/>
      <inkml:brushProperty name="color" value="#F0F0E8"/>
    </inkml:brush>
  </inkml:definitions>
  <inkml:trace contextRef="#ctx0" brushRef="#br0">214 239 9830,'-8'-3'411,"0"1"0,0-1 0,0-1 0,1 1 0,-1-1 0,1-1 0,0 1-1,0-1 1,-9-9 0,4 3-511,2 0-1,-14-16 1,-5-6 1190,23 24-1080,1 0-1,0 0 0,0-1 0,1 0 1,-5-18-1,22 44 1015,1 0-1,23 19 0,2 2 541,25 29 1510,-62-61-2019,-13-13-923,-17-14-618,-59-67 202,66 55-428,17 28 749,1 0-1,-1 0 1,0 0-1,0 1 1,-7-8-1,4 4-89,2 4 14,7 16 323,3-1-53,0 0 0,1 0 0,0 0 0,15 17 0,-15-20-55,84 89 1697,-75-77-1525,-12-13-327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5T11:12:40.815"/>
    </inkml:context>
    <inkml:brush xml:id="br0">
      <inkml:brushProperty name="width" value="0.05" units="cm"/>
      <inkml:brushProperty name="height" value="0.05" units="cm"/>
      <inkml:brushProperty name="color" value="#F0F0E8"/>
    </inkml:brush>
  </inkml:definitions>
  <inkml:trace contextRef="#ctx0" brushRef="#br0">222 190 9830,'-11'-1'545,"-1"-1"-1,1-1 0,0 1 1,0-2-1,0 0 1,1 0-1,-1-1 0,1 0 1,-12-8-1,12 5-480,0 0 1,1-1-1,1 0 0,-1 0 0,-9-16 0,13 17-310,-1-2 363,0 0 0,1 0 0,0 0 1,-4-13-1,7 16-135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5T11:12:45.251"/>
    </inkml:context>
    <inkml:brush xml:id="br0">
      <inkml:brushProperty name="width" value="0.05" units="cm"/>
      <inkml:brushProperty name="height" value="0.05" units="cm"/>
      <inkml:brushProperty name="color" value="#F0F0E8"/>
    </inkml:brush>
  </inkml:definitions>
  <inkml:trace contextRef="#ctx0" brushRef="#br0">0 247 9830,'15'-48'295,"-12"38"-104,1 1 0,0 0 0,1 0 0,0 1 0,0-1 1,1 1-1,0 0 0,1 0 0,-1 1 0,12-10 0,-14 13-179,0-1 0,0 0-1,-1 1 1,1-1 0,4-11-1,-5 10 149,0 0 0,1 0-1,-1 0 1,8-8-1,-9 12-83,12-12 927,-13 11-346,-10 8-92,6-2-379,-1 0-1,1 1 1,0-1-1,0 1 1,0 0-1,0 0 1,1 0-1,0 0 1,0 0-1,-3 7 1,3-6 56,0 0 0,-1 0 0,1 0 0,-1 0 0,0 0 1,-1-1-1,-6 8 0,5-7 37,1 0-1,0 0 1,-1 1 0,2 0 0,-1-1-1,1 1 1,0 1 0,-4 8 0,-16 29 1526,9-27-990,11-11-767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5T11:12:49.235"/>
    </inkml:context>
    <inkml:brush xml:id="br0">
      <inkml:brushProperty name="width" value="0.05" units="cm"/>
      <inkml:brushProperty name="height" value="0.05" units="cm"/>
      <inkml:brushProperty name="color" value="#F0F0E8"/>
    </inkml:brush>
  </inkml:definitions>
  <inkml:trace contextRef="#ctx0" brushRef="#br0">133 340 9830,'-1'0'41,"-9"1"439,1-1-1,-1-1 1,0 0 0,0 0-1,1-1 1,-13-3-1,21 4-438,-1 1-1,0-1 1,1 0 0,-1 0-1,1 0 1,-1 0 0,1 0-1,-1 0 1,1-1 0,0 1-1,0 0 1,-1-1 0,1 1-1,0-1 1,0 1 0,-1-3-1,2 1-59,-1 1 0,0-1 0,1 1-1,0-1 1,0 0 0,-1 1-1,1-1 1,1 0 0,-1 1-1,0-1 1,1 0 0,-1 1-1,1-1 1,1-3 0,83-210-1690,-79 194 1530,-6 20 192,1-1 1,-1 0 0,1 0 0,0 0-1,0 0 1,0 1 0,0-1-1,2-2 1,0 45 1779,-3-20-1052,-1-1 1,-1 1 0,-1-1-1,-8 27 1,-15 40 2369,27-94-3321,1-7-173,1 0 0,7-23 0,-3 25 319,0 0 0,1 1 0,0 0-1,1 0 1,1 1 0,0 0 0,0 0 0,22-16 0,-31 26 83,-1 1 0,0 0-1,0-1 1,0 1 0,1 0 0,-1 0-1,0-1 1,1 1 0,-1 0 0,0-1-1,0 1 1,1 0 0,-1 0 0,0 0 0,1-1-1,-1 1 1,0 0 0,1 0 0,-1 0-1,1 0 1,-1 0 0,0 0 0,1 0-1,-1 0 1,0 0 0,1 0 0,-1 0-1,1 0 1,-1 0 0,0 0 0,1 0 0,-1 0-1,1 0 1,0 1 0,-1 13 460,-12 19 259,-10 23 619,19-46-1058,-1 1 0,0-1 0,0 0 0,-1 0 0,-8 11 0,-4 12 699,11-16-602,5-14-300,0 0 1,0-1-1,-1 1 0,1 0 1,-1-1-1,1 1 0,-1-1 1,0 1-1,0-1 0,0 0 1,0 0-1,-1 0 0,-3 3 1,4-5-101,1 1 1,-1-1 0,0 1-1,0-1 1,0 0 0,1 0-1,-1 0 1,0 0 0,0 0-1,0-1 1,1 1 0,-1 0-1,0-1 1,0 1 0,1-1-1,-1 0 1,0 1 0,1-1 0,-1 0-1,1 0 1,-1 0 0,1 0-1,-2-2 1,-9-5-205,4 3 268,1-1 1,-1 1-1,1-1 1,-7-8-1,14 14-56,-1 0 0,1 0-1,0 0 1,0-1 0,0 1 0,-1 0-1,1 0 1,0 0 0,0-1 0,0 1-1,0 0 1,0 0 0,-1 0-1,1-1 1,0 1 0,0 0 0,0 0-1,0-1 1,0 1 0,0 0 0,0 0-1,0-1 1,0 1 0,0 0-1,0 0 1,0-1 0,0 1 0,0 0-1,0 0 1,0-1 0,0 1 0,0 0-1,0 0 1,0-1 0,1 1-1,8 0 108,13 7 48,-15-3-149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5T11:13:02.489"/>
    </inkml:context>
    <inkml:brush xml:id="br0">
      <inkml:brushProperty name="width" value="0.05" units="cm"/>
      <inkml:brushProperty name="height" value="0.05" units="cm"/>
      <inkml:brushProperty name="color" value="#F0F0E8"/>
    </inkml:brush>
  </inkml:definitions>
  <inkml:trace contextRef="#ctx0" brushRef="#br0">37 163 9830,'2'-3'173,"-1"0"0,1 0 0,-1 0-1,1 0 1,0 0 0,0 1 0,1-1 0,-1 1 0,5-5 0,5-5 364,68-86 1571,-78 96-1930,0 0 0,0-1-1,0 1 1,0 0 0,0 0-1,0 0 1,0 1 0,5-4-1,-7 5-162,0 0 0,0 0 0,0 0 0,0 0 0,0 0 0,1 0 0,-1 0 0,0 0 0,0 0-1,0 0 1,0 0 0,0 0 0,0 0 0,0 0 0,0 0 0,1 0 0,-1 0 0,0 0 0,0 0-1,0 0 1,0 1 0,0-1 0,0 0 0,0 0 0,0 0 0,0 0 0,0 0 0,1 0 0,-1 0-1,0 0 1,0 0 0,0 0 0,0 0 0,0 0 0,0 1 0,0-1 0,0 0 0,0 0 0,0 0 0,0 0-1,0 0 1,0 0 0,0 0 0,0 0 0,0 0 0,0 1 0,0-1 0,0 0 0,0 0 0,0 0-1,0 0 1,0 0 0,0 0 0,0 0 0,0 0 0,0 1 0,0-1 0,0 0 0,0 0 0,0 0-1,0 0 1,-9 17 1145,0-3-162,0-1 1,-1 1-1,0-2 1,-1 0-1,-1 0 1,0-1-1,0 0 1,-1-1-1,-15 9 1,-12-1 619,37-17-1618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5T11:13:10.042"/>
    </inkml:context>
    <inkml:brush xml:id="br0">
      <inkml:brushProperty name="width" value="0.05" units="cm"/>
      <inkml:brushProperty name="height" value="0.05" units="cm"/>
      <inkml:brushProperty name="color" value="#F0F0E8"/>
    </inkml:brush>
  </inkml:definitions>
  <inkml:trace contextRef="#ctx0" brushRef="#br0">10 1 9830,'0'4'459,"0"1"0,0-1-1,0 1 1,-1 0 0,0-1 0,0 1-1,0-1 1,0 1 0,-4 5-1,8-24-533,-3 12 105,0 0 1,0 1 0,0-1 0,0 0 0,0 1 0,1-1 0,-1 1 0,1-1 0,-1 0 0,1 1 0,-1-1 0,1 1 0,0-1 0,-1 1 0,1-1 0,0 1 0,0 0-1,0 0 1,0-1 0,3-1 0,-6 42 2323,3-14-1134,4-44-1771,0-22-777,-5 134 5555,-16-35-1351,16 101 2825,0-157-5701,1 0 0,-1 0 0,1 0 0,0-1 0,-1 1 0,1 0 0,0 0 0,0-1 0,0 1 0,0-1 0,0 1 0,1-1 0,-1 1 0,0-1 0,1 0 0,-1 1 0,3 0 0,-4-1-16,1-1 1,-1 0 0,1 0 0,-1 1 0,0-1 0,1 0-1,-1 0 1,1 0 0,-1 0 0,1 0 0,-1 1 0,1-1-1,-1 0 1,1 0 0,-1 0 0,1 0 0,-1 0 0,0-1-1,1 1 1,-1 0 0,1 0 0,-1 0 0,1 0 0,-1 0-1,1-1 1,0 1 0,-1-1-53,1 0 0,-1 0-1,1 0 1,-1 0 0,1 0 0,-1 0-1,1 0 1,-1 0 0,0 0 0,1 0 0,-1 0-1,0 0 1,0 0 0,0 0 0,0 0-1,0 0 1,0-2 0,-1-8-533,1 7 547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5T11:13:28.903"/>
    </inkml:context>
    <inkml:brush xml:id="br0">
      <inkml:brushProperty name="width" value="0.05" units="cm"/>
      <inkml:brushProperty name="height" value="0.05" units="cm"/>
      <inkml:brushProperty name="color" value="#F0F0E8"/>
    </inkml:brush>
  </inkml:definitions>
  <inkml:trace contextRef="#ctx0" brushRef="#br0">126 140 9830,'-8'0'453,"5"0"-251,0 0-1,1 0 1,-1 0-1,1 0 0,-1 0 1,1 0-1,-1 1 0,-4 1 1,4 6 653,12 8-44,22 12 878,-27-26-1440,0 1 0,0 0 0,0 1 1,-1-1-1,1 1 0,-1 0 1,0 0-1,4 4 0,-7-8-225,0 1-1,0-1 0,0 0 1,0 0-1,0 0 1,1 0-1,-1 1 1,0-1-1,0 0 0,0 0 1,0 0-1,0 0 1,0 1-1,0-1 1,0 0-1,0 0 0,0 1 1,0-1-1,0 0 1,0 0-1,0 0 1,0 1-1,0-1 0,0 0 1,0 0-1,0 0 1,0 1-1,0-1 1,0 0-1,0 0 0,0 0 1,0 1-1,0-1 1,-1 0-1,1 0 1,0 0-1,0 0 0,0 1 1,0-1-1,-1 0 1,-9-2 690,-11-12-209,-53-75-765,70 85 399,0 0 1,0-1 0,-1 2 0,1-1-1,-8-3 1,11 6-108,0 0-1,0 1 1,0-1 0,0 1 0,0-1-1,0 1 1,0 0 0,0-1 0,0 1-1,0 0 1,0 0 0,-1 0-1,1 0 1,-2 0 0,3 0-17,0 0 1,-1 1-1,1-1 1,-1 0-1,1 1 0,-1-1 1,1 1-1,0-1 1,-1 0-1,1 1 0,0-1 1,0 1-1,-1-1 1,1 1-1,0-1 1,0 1-1,0-1 0,-1 1 1,1 0-1,0-1 1,0 1-1,0-1 0,0 1 1,0-1-1,0 1 1,0-1-1,0 1 0,0 0 1,1-1-1,-1 1 1,0-1-1,0 1 0,2 5 106,-1-1 0,1 1 0,0-1 0,0 0 0,0 0 0,1 0 0,-1 0 0,1 0 0,0 0-1,7 7 1,44 38 1383,-37-34-947,-7-7-276,20 17 595,-29-25-880,-1-1 1,1 0-1,0 1 1,-1-1-1,1 0 1,0 0-1,-1 1 1,1-1-1,0 0 1,-1 0 0,1 0-1,0 0 1,-1 0-1,1 0 1,0 0-1,-1 0 1,1 0-1,0-1 1,-1 1 0,1 0-1,0 0 1,-1 0-1,1-1 1,-1 1-1,1 0 1,0-1-1,-1 1 1,1-1-1,-1 1 1,1-1 0,-1 1-1,1-1 1,-1 1-1,1-1 1,-1 1-1,0-1 1,1 1-1,-1-1 1,0 0 0,0 1-1,1-1 1,-1 0-1,0 1 1,0-1-1,0 0 1,0 1-1,0-1 1,0-1 0,40-125-3747,-34 106 3120,-2 11 249,-1-1-1,0 0 1,0-1 0,-1 1 0,-1 0 0,1-1 0,-2 1 0,0-14 0,0 25 394,0 0 1,-1 0 0,1-1 0,0 1 0,0 0 0,0 0-1,0-1 1,0 1 0,0 0 0,0 0 0,-1-1-1,1 1 1,0 0 0,0 0 0,0 0 0,0-1 0,-1 1-1,1 0 1,0 0 0,0 0 0,-1 0 0,1-1 0,0 1-1,0 0 1,-1 0 0,1 0 0,0 0 0,0 0 0,-1 0-1,1 0 1,0 0 0,0 0 0,-1 0 0,1 0-1,0 0 1,-1 0 0,1 0 0,-16 6 386,-11 12 313,27-17-682,-3 1 55,0 0 1,0 1-1,1-1 0,-1 1 0,1 0 0,-1 0 0,1 0 0,0 0 0,0 0 0,1 0 0,-1 0 0,0 1 0,1-1 1,0 1-1,0-1 0,0 1 0,0 0 0,1-1 0,-1 1 0,1 0 0,0-1 0,0 1 0,1 0 0,-1-1 0,1 1 1,-1 0-1,1-1 0,0 1 0,0-1 0,1 1 0,-1-1 0,1 0 0,0 1 0,0-1 0,0 0 0,0 0 0,0 0 1,1-1-1,-1 1 0,1 0 0,4 3 0,-83-94 900,51 64-1289,10 15 317,15 9-7,-1 0-1,1 0 1,0-1-1,-1 1 0,1 0 1,0 0-1,0 0 1,-1 0-1,1 0 1,0 0-1,-1 0 1,1 0-1,0 0 0,-1 0 1,1 0-1,0 0 1,-1 0-1,1 1 1,0-1-1,0 0 1,-1 0-1,1 0 1,0 0-1,0 0 0,-1 1 1,1-1-1,0 0 1,0 0-1,-1 0 1,1 1-1,0-1 1,0 0-1,0 0 1,0 1-1,-1-1 0,1 1 1,0 1 19,-1-1 0,1 1 1,0 0-1,0 0 0,0-1 0,0 1 1,0 0-1,1 0 0,-1 0 1,0-1-1,1 1 0,-1 0 0,1-1 1,0 1-1,1 2 0,17 29 354,-7-13-107,-4-4-101,-5-9-156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5T11:13:48.918"/>
    </inkml:context>
    <inkml:brush xml:id="br0">
      <inkml:brushProperty name="width" value="0.05" units="cm"/>
      <inkml:brushProperty name="height" value="0.05" units="cm"/>
      <inkml:brushProperty name="color" value="#F0F0E8"/>
    </inkml:brush>
  </inkml:definitions>
  <inkml:trace contextRef="#ctx0" brushRef="#br0">0 0 9830,'0'0'0,"0"0"0,0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7572375" cy="4889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9898063" y="0"/>
            <a:ext cx="7572375" cy="4889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5FB484-FFEA-48FB-B3FA-4CDD5EC4FE8D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88025" y="1219200"/>
            <a:ext cx="5899150" cy="32924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747838" y="4694238"/>
            <a:ext cx="13979525" cy="38401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264650"/>
            <a:ext cx="7572375" cy="4889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9898063" y="9264650"/>
            <a:ext cx="7572375" cy="4889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CD7F9D-F6E2-4C3D-A92F-1A8830BB25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2254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10640" y="3023616"/>
            <a:ext cx="14853920" cy="9925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450" b="0" i="0">
                <a:solidFill>
                  <a:srgbClr val="03233B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621280" y="5462016"/>
            <a:ext cx="12232640" cy="68480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50" b="0" i="0">
                <a:solidFill>
                  <a:srgbClr val="0C2D4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1E9E7E-2579-4C7D-BAC9-743A534CD24E}" type="datetime1">
              <a:rPr lang="en-US" smtClean="0"/>
              <a:t>1/25/2026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450" b="0" i="0">
                <a:solidFill>
                  <a:srgbClr val="03233B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4450" b="0" i="0">
                <a:solidFill>
                  <a:srgbClr val="0C2D4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A1E95-B9EE-4553-B14B-0EC6A689DC44}" type="datetime1">
              <a:rPr lang="en-US" smtClean="0"/>
              <a:t>1/25/2026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450" b="0" i="0">
                <a:solidFill>
                  <a:srgbClr val="03233B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873760" y="2243328"/>
            <a:ext cx="7601712" cy="68480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8999728" y="2243328"/>
            <a:ext cx="7601712" cy="68480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05DA27-0984-4A1A-8B92-A1EAF96A4D98}" type="datetime1">
              <a:rPr lang="en-US" smtClean="0"/>
              <a:t>1/25/2026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450" b="0" i="0">
                <a:solidFill>
                  <a:srgbClr val="03233B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3BFE44-BCC7-47A4-A4F4-99589C5970A7}" type="datetime1">
              <a:rPr lang="en-US" smtClean="0"/>
              <a:t>1/25/2026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BAB311-C116-42F2-B1EB-9E660DA66201}" type="datetime1">
              <a:rPr lang="en-US" smtClean="0"/>
              <a:t>1/25/2026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390407" y="732366"/>
            <a:ext cx="14694385" cy="9925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450" b="0" i="0">
                <a:solidFill>
                  <a:srgbClr val="03233B"/>
                </a:solidFill>
                <a:latin typeface="Arial MT"/>
                <a:cs typeface="Arial MT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333386" y="2070805"/>
            <a:ext cx="7053580" cy="68480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50" b="0" i="0">
                <a:solidFill>
                  <a:srgbClr val="0C2D44"/>
                </a:solidFill>
                <a:latin typeface="Arial MT"/>
                <a:cs typeface="Arial MT"/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941568" y="9070848"/>
            <a:ext cx="5592064" cy="487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873760" y="9070848"/>
            <a:ext cx="4019296" cy="487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D119D3-8F82-4D7E-8108-B4BBC86C3960}" type="datetime1">
              <a:rPr lang="en-US" smtClean="0"/>
              <a:t>1/25/2026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2582144" y="9070848"/>
            <a:ext cx="4019296" cy="487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ftr="0" dt="0"/>
  <p:txStyles>
    <p:titleStyle>
      <a:lvl1pPr>
        <a:defRPr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>
        <a:defRPr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jp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jpg"/><Relationship Id="rId7" Type="http://schemas.openxmlformats.org/officeDocument/2006/relationships/image" Target="../media/image13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jpg"/><Relationship Id="rId4" Type="http://schemas.openxmlformats.org/officeDocument/2006/relationships/image" Target="../media/image10.jpg"/><Relationship Id="rId9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3.png"/><Relationship Id="rId18" Type="http://schemas.openxmlformats.org/officeDocument/2006/relationships/customXml" Target="../ink/ink8.xml"/><Relationship Id="rId26" Type="http://schemas.openxmlformats.org/officeDocument/2006/relationships/customXml" Target="../ink/ink12.xml"/><Relationship Id="rId21" Type="http://schemas.openxmlformats.org/officeDocument/2006/relationships/image" Target="../media/image27.png"/><Relationship Id="rId34" Type="http://schemas.openxmlformats.org/officeDocument/2006/relationships/customXml" Target="../ink/ink16.xml"/><Relationship Id="rId7" Type="http://schemas.openxmlformats.org/officeDocument/2006/relationships/image" Target="../media/image20.png"/><Relationship Id="rId12" Type="http://schemas.openxmlformats.org/officeDocument/2006/relationships/customXml" Target="../ink/ink5.xml"/><Relationship Id="rId17" Type="http://schemas.openxmlformats.org/officeDocument/2006/relationships/image" Target="../media/image25.png"/><Relationship Id="rId25" Type="http://schemas.openxmlformats.org/officeDocument/2006/relationships/image" Target="../media/image29.png"/><Relationship Id="rId33" Type="http://schemas.openxmlformats.org/officeDocument/2006/relationships/image" Target="../media/image33.png"/><Relationship Id="rId2" Type="http://schemas.openxmlformats.org/officeDocument/2006/relationships/image" Target="../media/image17.png"/><Relationship Id="rId16" Type="http://schemas.openxmlformats.org/officeDocument/2006/relationships/customXml" Target="../ink/ink7.xml"/><Relationship Id="rId20" Type="http://schemas.openxmlformats.org/officeDocument/2006/relationships/customXml" Target="../ink/ink9.xml"/><Relationship Id="rId29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image" Target="../media/image22.png"/><Relationship Id="rId24" Type="http://schemas.openxmlformats.org/officeDocument/2006/relationships/customXml" Target="../ink/ink11.xml"/><Relationship Id="rId32" Type="http://schemas.openxmlformats.org/officeDocument/2006/relationships/customXml" Target="../ink/ink15.xml"/><Relationship Id="rId37" Type="http://schemas.openxmlformats.org/officeDocument/2006/relationships/image" Target="../media/image35.png"/><Relationship Id="rId5" Type="http://schemas.openxmlformats.org/officeDocument/2006/relationships/image" Target="../media/image19.png"/><Relationship Id="rId15" Type="http://schemas.openxmlformats.org/officeDocument/2006/relationships/image" Target="../media/image24.png"/><Relationship Id="rId23" Type="http://schemas.openxmlformats.org/officeDocument/2006/relationships/image" Target="../media/image28.png"/><Relationship Id="rId28" Type="http://schemas.openxmlformats.org/officeDocument/2006/relationships/customXml" Target="../ink/ink13.xml"/><Relationship Id="rId36" Type="http://schemas.openxmlformats.org/officeDocument/2006/relationships/customXml" Target="../ink/ink17.xml"/><Relationship Id="rId10" Type="http://schemas.openxmlformats.org/officeDocument/2006/relationships/customXml" Target="../ink/ink4.xml"/><Relationship Id="rId19" Type="http://schemas.openxmlformats.org/officeDocument/2006/relationships/image" Target="../media/image26.png"/><Relationship Id="rId31" Type="http://schemas.openxmlformats.org/officeDocument/2006/relationships/image" Target="../media/image32.png"/><Relationship Id="rId4" Type="http://schemas.openxmlformats.org/officeDocument/2006/relationships/customXml" Target="../ink/ink1.xml"/><Relationship Id="rId9" Type="http://schemas.openxmlformats.org/officeDocument/2006/relationships/image" Target="../media/image21.png"/><Relationship Id="rId14" Type="http://schemas.openxmlformats.org/officeDocument/2006/relationships/customXml" Target="../ink/ink6.xml"/><Relationship Id="rId22" Type="http://schemas.openxmlformats.org/officeDocument/2006/relationships/customXml" Target="../ink/ink10.xml"/><Relationship Id="rId27" Type="http://schemas.openxmlformats.org/officeDocument/2006/relationships/image" Target="../media/image30.png"/><Relationship Id="rId30" Type="http://schemas.openxmlformats.org/officeDocument/2006/relationships/customXml" Target="../ink/ink14.xml"/><Relationship Id="rId35" Type="http://schemas.openxmlformats.org/officeDocument/2006/relationships/image" Target="../media/image34.png"/><Relationship Id="rId8" Type="http://schemas.openxmlformats.org/officeDocument/2006/relationships/customXml" Target="../ink/ink3.xml"/><Relationship Id="rId3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9445" y="622300"/>
            <a:ext cx="7590155" cy="82169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60400" y="1447800"/>
            <a:ext cx="8318783" cy="2969724"/>
          </a:xfrm>
          <a:prstGeom prst="rect">
            <a:avLst/>
          </a:prstGeom>
        </p:spPr>
        <p:txBody>
          <a:bodyPr vert="horz" wrap="square" lIns="0" tIns="175895" rIns="0" bIns="0" rtlCol="0">
            <a:spAutoFit/>
          </a:bodyPr>
          <a:lstStyle/>
          <a:p>
            <a:pPr marL="15875" marR="5080" indent="-3810">
              <a:lnSpc>
                <a:spcPct val="83600"/>
              </a:lnSpc>
              <a:spcBef>
                <a:spcPts val="1385"/>
              </a:spcBef>
            </a:pPr>
            <a:r>
              <a:rPr sz="7200" spc="-365" dirty="0">
                <a:solidFill>
                  <a:srgbClr val="000000"/>
                </a:solidFill>
              </a:rPr>
              <a:t>Real</a:t>
            </a:r>
            <a:r>
              <a:rPr sz="7200" spc="-484" dirty="0">
                <a:solidFill>
                  <a:srgbClr val="000000"/>
                </a:solidFill>
              </a:rPr>
              <a:t> </a:t>
            </a:r>
            <a:r>
              <a:rPr sz="7200" spc="-190" dirty="0">
                <a:solidFill>
                  <a:srgbClr val="000000"/>
                </a:solidFill>
              </a:rPr>
              <a:t>Impact-</a:t>
            </a:r>
            <a:r>
              <a:rPr sz="7200" spc="-10" dirty="0">
                <a:solidFill>
                  <a:srgbClr val="000000"/>
                </a:solidFill>
              </a:rPr>
              <a:t>Factor </a:t>
            </a:r>
            <a:r>
              <a:rPr sz="7200" spc="-210" dirty="0">
                <a:solidFill>
                  <a:srgbClr val="000000"/>
                </a:solidFill>
              </a:rPr>
              <a:t>Analysis</a:t>
            </a:r>
            <a:r>
              <a:rPr lang="en-US" sz="7200" spc="-210" dirty="0">
                <a:solidFill>
                  <a:srgbClr val="000000"/>
                </a:solidFill>
              </a:rPr>
              <a:t> Of Academic Journals</a:t>
            </a:r>
            <a:endParaRPr sz="7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095571-ED62-26EB-B1A5-A8941D700772}"/>
              </a:ext>
            </a:extLst>
          </p:cNvPr>
          <p:cNvSpPr txBox="1"/>
          <p:nvPr/>
        </p:nvSpPr>
        <p:spPr>
          <a:xfrm>
            <a:off x="355600" y="5543746"/>
            <a:ext cx="10058400" cy="21464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685" marR="1477010" indent="-7620">
              <a:lnSpc>
                <a:spcPct val="150000"/>
              </a:lnSpc>
              <a:spcBef>
                <a:spcPts val="445"/>
              </a:spcBef>
              <a:tabLst>
                <a:tab pos="1043940" algn="l"/>
                <a:tab pos="2619375" algn="l"/>
                <a:tab pos="3107055" algn="l"/>
              </a:tabLst>
            </a:pPr>
            <a:r>
              <a:rPr lang="en-US" sz="3200" dirty="0">
                <a:solidFill>
                  <a:srgbClr val="0C0C0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 Project Phase </a:t>
            </a:r>
            <a:r>
              <a:rPr lang="en-US" sz="3200" dirty="0">
                <a:solidFill>
                  <a:srgbClr val="18181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 -   26-1-R-17 </a:t>
            </a:r>
            <a:endParaRPr lang="en-US" sz="3200" dirty="0">
              <a:solidFill>
                <a:srgbClr val="0F0F0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9685" marR="1477010" indent="-7620">
              <a:lnSpc>
                <a:spcPct val="150000"/>
              </a:lnSpc>
              <a:spcBef>
                <a:spcPts val="445"/>
              </a:spcBef>
              <a:tabLst>
                <a:tab pos="1043940" algn="l"/>
                <a:tab pos="2619375" algn="l"/>
                <a:tab pos="3107055" algn="l"/>
              </a:tabLst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Authors: Heba Abu Qandil &amp; Orian Haziza </a:t>
            </a:r>
          </a:p>
          <a:p>
            <a:pPr marL="19685" marR="1477010" indent="-7620">
              <a:lnSpc>
                <a:spcPct val="150000"/>
              </a:lnSpc>
              <a:spcBef>
                <a:spcPts val="445"/>
              </a:spcBef>
              <a:tabLst>
                <a:tab pos="1043940" algn="l"/>
                <a:tab pos="2619375" algn="l"/>
                <a:tab pos="3107055" algn="l"/>
              </a:tabLst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Supervisors: Dr. Renata </a:t>
            </a:r>
            <a:r>
              <a:rPr lang="en-US" sz="2800" dirty="0" err="1">
                <a:latin typeface="Arial" panose="020B0604020202020204" pitchFamily="34" charset="0"/>
                <a:cs typeface="Arial" panose="020B0604020202020204" pitchFamily="34" charset="0"/>
              </a:rPr>
              <a:t>Avros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, Prof. Zeev Volkovich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44346A8-AADA-6FBD-EDAB-A1175497FD55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82144" y="9070848"/>
            <a:ext cx="4019296" cy="369332"/>
          </a:xfrm>
        </p:spPr>
        <p:txBody>
          <a:bodyPr/>
          <a:lstStyle/>
          <a:p>
            <a:fld id="{B6F15528-21DE-4FAA-801E-634DDDAF4B2B}" type="slidenum">
              <a:rPr lang="en-US" sz="2400" smtClean="0"/>
              <a:t>1</a:t>
            </a:fld>
            <a:endParaRPr lang="en-US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9FD2B8-6467-CD1E-0C0D-495004510D7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412969" cy="104413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D5D4F-6A3E-A93B-5899-EEDDE4922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250FAB7-5FF1-4283-7E24-158364BA3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949404"/>
            <a:ext cx="14694385" cy="1107996"/>
          </a:xfrm>
        </p:spPr>
        <p:txBody>
          <a:bodyPr/>
          <a:lstStyle/>
          <a:p>
            <a:r>
              <a:rPr lang="en-US" sz="7200" dirty="0">
                <a:solidFill>
                  <a:schemeClr val="tx2">
                    <a:lumMod val="75000"/>
                  </a:schemeClr>
                </a:solidFill>
              </a:rPr>
              <a:t>Introduction</a:t>
            </a:r>
            <a:r>
              <a:rPr lang="en-US" sz="7200" dirty="0">
                <a:solidFill>
                  <a:schemeClr val="tx2"/>
                </a:solidFill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7C906B-5FE6-8E7F-37C2-B1A70C08E86D}"/>
              </a:ext>
            </a:extLst>
          </p:cNvPr>
          <p:cNvSpPr txBox="1"/>
          <p:nvPr/>
        </p:nvSpPr>
        <p:spPr>
          <a:xfrm>
            <a:off x="812800" y="3041008"/>
            <a:ext cx="16383000" cy="36715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Academic research quality is often judged using quantitative metrics.</a:t>
            </a:r>
          </a:p>
          <a:p>
            <a:pPr>
              <a:lnSpc>
                <a:spcPct val="150000"/>
              </a:lnSpc>
            </a:pP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The most common of these is the Journal’s </a:t>
            </a:r>
            <a:r>
              <a:rPr 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Impact Factor (IF).</a:t>
            </a:r>
          </a:p>
          <a:p>
            <a:pPr>
              <a:lnSpc>
                <a:spcPct val="150000"/>
              </a:lnSpc>
            </a:pP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IF affects: Funding decisions, Tenure and promotions, Journal prestige.</a:t>
            </a:r>
          </a:p>
          <a:p>
            <a:pPr>
              <a:lnSpc>
                <a:spcPct val="150000"/>
              </a:lnSpc>
            </a:pP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Therefore, accuracy and reliability of IF are </a:t>
            </a:r>
            <a:r>
              <a:rPr 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critical.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2BD0910-D8A3-89FB-239A-62C731D90AC1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82144" y="9070848"/>
            <a:ext cx="4019296" cy="369332"/>
          </a:xfrm>
        </p:spPr>
        <p:txBody>
          <a:bodyPr/>
          <a:lstStyle/>
          <a:p>
            <a:fld id="{B6F15528-21DE-4FAA-801E-634DDDAF4B2B}" type="slidenum">
              <a:rPr lang="en-US" sz="2400" smtClean="0"/>
              <a:t>2</a:t>
            </a:fld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8662901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A73DB-68DE-BA1B-D557-42876F92C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14DAFDE-BC17-554F-08A0-D2C3142F6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314" y="685800"/>
            <a:ext cx="16662401" cy="2215991"/>
          </a:xfrm>
        </p:spPr>
        <p:txBody>
          <a:bodyPr/>
          <a:lstStyle/>
          <a:p>
            <a:r>
              <a:rPr lang="en-US" sz="7200" spc="-190" dirty="0">
                <a:solidFill>
                  <a:srgbClr val="082D5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</a:t>
            </a:r>
            <a:r>
              <a:rPr lang="en-US" sz="7200" spc="-220" dirty="0">
                <a:solidFill>
                  <a:srgbClr val="0528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Hidden</a:t>
            </a:r>
            <a:r>
              <a:rPr lang="en-US" sz="7200" spc="-365" dirty="0">
                <a:solidFill>
                  <a:srgbClr val="0528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200" spc="-190" dirty="0">
                <a:solidFill>
                  <a:srgbClr val="0728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Manipulation</a:t>
            </a:r>
            <a:r>
              <a:rPr lang="en-US" sz="7200" spc="-10" dirty="0">
                <a:solidFill>
                  <a:srgbClr val="0728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200" spc="-35" dirty="0">
                <a:solidFill>
                  <a:srgbClr val="082A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</a:t>
            </a:r>
            <a:r>
              <a:rPr lang="en-US" sz="7200" spc="-565" dirty="0">
                <a:solidFill>
                  <a:srgbClr val="082A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200" spc="-180" dirty="0">
                <a:solidFill>
                  <a:srgbClr val="082F5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Citation</a:t>
            </a:r>
            <a:r>
              <a:rPr lang="en-US" sz="7200" spc="-405" dirty="0">
                <a:solidFill>
                  <a:srgbClr val="082F5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200" spc="-135" dirty="0">
                <a:solidFill>
                  <a:srgbClr val="032A4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Networks</a:t>
            </a:r>
            <a:endParaRPr lang="en-US" sz="7200" dirty="0">
              <a:solidFill>
                <a:schemeClr val="tx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711018-ADE9-69B1-4007-35DD45702C42}"/>
              </a:ext>
            </a:extLst>
          </p:cNvPr>
          <p:cNvSpPr txBox="1"/>
          <p:nvPr/>
        </p:nvSpPr>
        <p:spPr>
          <a:xfrm>
            <a:off x="256615" y="2901791"/>
            <a:ext cx="16929100" cy="42369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96900" indent="-584200">
              <a:lnSpc>
                <a:spcPct val="150000"/>
              </a:lnSpc>
              <a:buClr>
                <a:srgbClr val="700808"/>
              </a:buClr>
              <a:buChar char="•"/>
              <a:tabLst>
                <a:tab pos="596900" algn="l"/>
              </a:tabLst>
            </a:pPr>
            <a:r>
              <a:rPr lang="en-US" sz="3600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Manipulation</a:t>
            </a:r>
            <a:r>
              <a:rPr lang="en-US" sz="3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The network is compromised by ’Citation Cartels’, coercive citations, and excessive self- </a:t>
            </a:r>
            <a:r>
              <a:rPr lang="en-US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citations.</a:t>
            </a:r>
          </a:p>
          <a:p>
            <a:pPr marL="596900" indent="-584200">
              <a:lnSpc>
                <a:spcPct val="150000"/>
              </a:lnSpc>
              <a:buClr>
                <a:srgbClr val="700808"/>
              </a:buClr>
              <a:buFontTx/>
              <a:buChar char="•"/>
              <a:tabLst>
                <a:tab pos="596900" algn="l"/>
              </a:tabLst>
            </a:pPr>
            <a:r>
              <a:rPr lang="en-US" sz="3600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Problem</a:t>
            </a:r>
            <a:r>
              <a:rPr lang="en-US" sz="3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Traditional IF calculate influence using raw, unfiltered data.</a:t>
            </a:r>
          </a:p>
          <a:p>
            <a:pPr marL="596900" indent="-584200">
              <a:lnSpc>
                <a:spcPct val="150000"/>
              </a:lnSpc>
              <a:buClr>
                <a:srgbClr val="770E0A"/>
              </a:buClr>
              <a:buChar char="•"/>
              <a:tabLst>
                <a:tab pos="596900" algn="l"/>
              </a:tabLst>
            </a:pPr>
            <a:r>
              <a:rPr lang="en-US" sz="3600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Scale:</a:t>
            </a:r>
            <a:r>
              <a:rPr lang="en-US" sz="3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Research (Prabha, 1983) indicates that more than two-thirds of references in a typical paper may be superfluous.</a:t>
            </a:r>
          </a:p>
        </p:txBody>
      </p:sp>
      <p:sp>
        <p:nvSpPr>
          <p:cNvPr id="2" name="object 5">
            <a:extLst>
              <a:ext uri="{FF2B5EF4-FFF2-40B4-BE49-F238E27FC236}">
                <a16:creationId xmlns:a16="http://schemas.microsoft.com/office/drawing/2014/main" id="{D2C7D7C5-74BC-01B8-B93E-418AC5CE2766}"/>
              </a:ext>
            </a:extLst>
          </p:cNvPr>
          <p:cNvSpPr txBox="1"/>
          <p:nvPr/>
        </p:nvSpPr>
        <p:spPr>
          <a:xfrm>
            <a:off x="3022600" y="8305800"/>
            <a:ext cx="13766800" cy="592663"/>
          </a:xfrm>
          <a:prstGeom prst="rect">
            <a:avLst/>
          </a:prstGeom>
        </p:spPr>
        <p:txBody>
          <a:bodyPr vert="horz" wrap="square" lIns="0" tIns="78740" rIns="0" bIns="0" rtlCol="0">
            <a:spAutoFit/>
          </a:bodyPr>
          <a:lstStyle/>
          <a:p>
            <a:pPr marL="12700" marR="5080" indent="6350">
              <a:lnSpc>
                <a:spcPts val="3950"/>
              </a:lnSpc>
              <a:spcBef>
                <a:spcPts val="620"/>
              </a:spcBef>
            </a:pPr>
            <a:r>
              <a:rPr sz="4400" b="1" spc="-17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Existing</a:t>
            </a:r>
            <a:r>
              <a:rPr sz="4400" b="1" spc="-4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b="1" spc="-19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analysis</a:t>
            </a:r>
            <a:r>
              <a:rPr sz="4400" b="1" spc="-16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b="1" spc="-21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misses</a:t>
            </a:r>
            <a:r>
              <a:rPr sz="4400" b="1" spc="-3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b="1" spc="-1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these </a:t>
            </a:r>
            <a:r>
              <a:rPr sz="4400" b="1" spc="-114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invisible</a:t>
            </a:r>
            <a:r>
              <a:rPr sz="4400" b="1" spc="-1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b="1" spc="-17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cracks</a:t>
            </a:r>
            <a:endParaRPr sz="44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703421-F6D0-6BB6-F404-0A949C64CAA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9377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492670" y="2870200"/>
            <a:ext cx="4368800" cy="375920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473582" y="3048000"/>
            <a:ext cx="4203700" cy="335280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997700" y="3937000"/>
            <a:ext cx="3479800" cy="1739900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1041400" y="387599"/>
            <a:ext cx="17485751" cy="1097949"/>
          </a:xfrm>
          <a:prstGeom prst="rect">
            <a:avLst/>
          </a:prstGeom>
        </p:spPr>
        <p:txBody>
          <a:bodyPr vert="horz" wrap="square" lIns="0" tIns="73871" rIns="0" bIns="0" rtlCol="0">
            <a:spAutoFit/>
          </a:bodyPr>
          <a:lstStyle/>
          <a:p>
            <a:pPr marL="3175">
              <a:lnSpc>
                <a:spcPct val="100000"/>
              </a:lnSpc>
              <a:spcBef>
                <a:spcPts val="114"/>
              </a:spcBef>
            </a:pPr>
            <a:r>
              <a:rPr sz="6650" dirty="0">
                <a:solidFill>
                  <a:srgbClr val="072844"/>
                </a:solidFill>
              </a:rPr>
              <a:t>Our </a:t>
            </a:r>
            <a:r>
              <a:rPr sz="6650" dirty="0">
                <a:solidFill>
                  <a:srgbClr val="082F4F"/>
                </a:solidFill>
              </a:rPr>
              <a:t>Mission: </a:t>
            </a:r>
            <a:r>
              <a:rPr lang="en-US" sz="6650" dirty="0">
                <a:solidFill>
                  <a:srgbClr val="082F4F"/>
                </a:solidFill>
              </a:rPr>
              <a:t>R</a:t>
            </a:r>
            <a:r>
              <a:rPr lang="en-US" dirty="0"/>
              <a:t>efining the Impact Factor </a:t>
            </a:r>
            <a:endParaRPr sz="6650" dirty="0"/>
          </a:p>
        </p:txBody>
      </p:sp>
      <p:sp>
        <p:nvSpPr>
          <p:cNvPr id="8" name="object 8"/>
          <p:cNvSpPr txBox="1"/>
          <p:nvPr/>
        </p:nvSpPr>
        <p:spPr>
          <a:xfrm>
            <a:off x="2340463" y="1788007"/>
            <a:ext cx="13944601" cy="75020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7555865" algn="l"/>
              </a:tabLst>
            </a:pPr>
            <a:r>
              <a:rPr sz="4800" spc="-484" dirty="0">
                <a:solidFill>
                  <a:srgbClr val="0C2A4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Raw</a:t>
            </a:r>
            <a:r>
              <a:rPr sz="4800" spc="-165" dirty="0">
                <a:solidFill>
                  <a:srgbClr val="0C2A4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800" spc="-380" dirty="0">
                <a:solidFill>
                  <a:srgbClr val="0A23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en-US" sz="4800" spc="-380" dirty="0">
                <a:solidFill>
                  <a:srgbClr val="0A23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                                      </a:t>
            </a:r>
            <a:r>
              <a:rPr sz="4800" dirty="0">
                <a:solidFill>
                  <a:srgbClr val="0A23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sz="4800" spc="-265" dirty="0">
                <a:solidFill>
                  <a:srgbClr val="0A2F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Reliable</a:t>
            </a:r>
            <a:r>
              <a:rPr sz="4800" spc="-130" dirty="0">
                <a:solidFill>
                  <a:srgbClr val="0A2F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800" spc="-180" dirty="0">
                <a:solidFill>
                  <a:srgbClr val="082A4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Network</a:t>
            </a:r>
            <a:endParaRPr sz="4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955800" y="7155550"/>
            <a:ext cx="13944600" cy="13995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12065" algn="ctr">
              <a:lnSpc>
                <a:spcPct val="150000"/>
              </a:lnSpc>
              <a:spcBef>
                <a:spcPts val="425"/>
              </a:spcBef>
            </a:pPr>
            <a:r>
              <a:rPr sz="3200" dirty="0">
                <a:solidFill>
                  <a:srgbClr val="3603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Generate </a:t>
            </a:r>
            <a:r>
              <a:rPr sz="3200" dirty="0">
                <a:solidFill>
                  <a:srgbClr val="542D2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 </a:t>
            </a:r>
            <a:r>
              <a:rPr sz="3200" dirty="0">
                <a:solidFill>
                  <a:srgbClr val="2608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“Improved </a:t>
            </a:r>
            <a:r>
              <a:rPr sz="3200" dirty="0">
                <a:solidFill>
                  <a:srgbClr val="2F110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Impact </a:t>
            </a:r>
            <a:r>
              <a:rPr sz="3200" dirty="0">
                <a:solidFill>
                  <a:srgbClr val="2D110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Factor</a:t>
            </a:r>
            <a:r>
              <a:rPr lang="en-US" sz="3200" dirty="0">
                <a:solidFill>
                  <a:srgbClr val="2D110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</a:t>
            </a:r>
            <a:r>
              <a:rPr sz="3200" dirty="0">
                <a:solidFill>
                  <a:srgbClr val="2D110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-a </a:t>
            </a:r>
            <a:r>
              <a:rPr sz="3200" dirty="0">
                <a:solidFill>
                  <a:srgbClr val="33110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metric </a:t>
            </a:r>
            <a:r>
              <a:rPr sz="3200" dirty="0">
                <a:solidFill>
                  <a:srgbClr val="330C0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that </a:t>
            </a:r>
            <a:r>
              <a:rPr sz="3200" dirty="0">
                <a:solidFill>
                  <a:srgbClr val="2805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reflects true </a:t>
            </a:r>
            <a:r>
              <a:rPr sz="3200" dirty="0">
                <a:solidFill>
                  <a:srgbClr val="2403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scientific </a:t>
            </a:r>
            <a:r>
              <a:rPr sz="3200" dirty="0">
                <a:solidFill>
                  <a:srgbClr val="33110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influence </a:t>
            </a:r>
            <a:r>
              <a:rPr sz="3200" dirty="0">
                <a:solidFill>
                  <a:srgbClr val="2D03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by </a:t>
            </a:r>
            <a:r>
              <a:rPr lang="en-US" sz="3200" dirty="0">
                <a:solidFill>
                  <a:srgbClr val="34110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emitting non-relevant citations</a:t>
            </a:r>
            <a:r>
              <a:rPr sz="3200" dirty="0">
                <a:solidFill>
                  <a:srgbClr val="16161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BE89780-2B5F-7503-BAC0-41B79E5D70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75194" y="4023432"/>
            <a:ext cx="2224406" cy="35341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A15EA80-562F-3B3F-2C86-9E09AAA902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9894" y="5376759"/>
            <a:ext cx="815411" cy="300141"/>
          </a:xfrm>
          <a:prstGeom prst="rect">
            <a:avLst/>
          </a:prstGeom>
        </p:spPr>
      </p:pic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C520CD0-8709-A899-9F08-FC0B785F498E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82144" y="9070848"/>
            <a:ext cx="4019296" cy="369332"/>
          </a:xfrm>
        </p:spPr>
        <p:txBody>
          <a:bodyPr/>
          <a:lstStyle/>
          <a:p>
            <a:fld id="{B6F15528-21DE-4FAA-801E-634DDDAF4B2B}" type="slidenum">
              <a:rPr lang="en-US" sz="2400" smtClean="0"/>
              <a:t>4</a:t>
            </a:fld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0DB75-DF7A-107A-855F-EAE80A5FC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99483DC-6AE3-E0A7-BEEC-7DD2768B5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685800"/>
            <a:ext cx="16662400" cy="1107996"/>
          </a:xfrm>
        </p:spPr>
        <p:txBody>
          <a:bodyPr/>
          <a:lstStyle/>
          <a:p>
            <a:r>
              <a:rPr lang="en-US" sz="7200" spc="-305" dirty="0">
                <a:solidFill>
                  <a:srgbClr val="082A42"/>
                </a:solidFill>
              </a:rPr>
              <a:t>Impact Factor</a:t>
            </a:r>
            <a:endParaRPr lang="en-US" sz="7200" dirty="0">
              <a:solidFill>
                <a:schemeClr val="tx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54420D-2321-F98F-3D87-646F282CF817}"/>
              </a:ext>
            </a:extLst>
          </p:cNvPr>
          <p:cNvSpPr txBox="1"/>
          <p:nvPr/>
        </p:nvSpPr>
        <p:spPr>
          <a:xfrm>
            <a:off x="436283" y="2148925"/>
            <a:ext cx="17140517" cy="3224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500" dirty="0"/>
              <a:t>The Impact Factor is a measure reflecting the yearly mean number of citations to recent articles published in a specific journal.</a:t>
            </a:r>
            <a:br>
              <a:rPr lang="en-US" sz="3500" dirty="0"/>
            </a:br>
            <a:r>
              <a:rPr lang="en-US" sz="3500" dirty="0"/>
              <a:t>This metric serves as the decisive factor in academic promotion and research funding.</a:t>
            </a:r>
          </a:p>
          <a:p>
            <a:pPr>
              <a:lnSpc>
                <a:spcPct val="150000"/>
              </a:lnSpc>
            </a:pPr>
            <a:r>
              <a:rPr lang="en-US" sz="3500" dirty="0"/>
              <a:t>Because the stakes are so high, the incentive to game the system is immense.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ED78E0F-8301-2626-F970-8F350B2A45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45"/>
          <a:stretch>
            <a:fillRect/>
          </a:stretch>
        </p:blipFill>
        <p:spPr>
          <a:xfrm>
            <a:off x="965200" y="7240392"/>
            <a:ext cx="15129922" cy="184119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A8220C2-C27A-5EAE-80DE-C830EA25985C}"/>
              </a:ext>
            </a:extLst>
          </p:cNvPr>
          <p:cNvSpPr txBox="1"/>
          <p:nvPr/>
        </p:nvSpPr>
        <p:spPr>
          <a:xfrm>
            <a:off x="812800" y="6439575"/>
            <a:ext cx="7315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Calculation: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3D758F2A-749A-ADE4-31D2-0FEC3E81DC5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82144" y="9070848"/>
            <a:ext cx="4019296" cy="369332"/>
          </a:xfrm>
        </p:spPr>
        <p:txBody>
          <a:bodyPr/>
          <a:lstStyle/>
          <a:p>
            <a:fld id="{B6F15528-21DE-4FAA-801E-634DDDAF4B2B}" type="slidenum">
              <a:rPr lang="en-US" sz="2400" smtClean="0"/>
              <a:t>5</a:t>
            </a:fld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49194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0962C-7352-17C9-03DD-284E1E00C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1C4F9C7-F318-0822-BED1-DA6041B12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856" y="685800"/>
            <a:ext cx="16662400" cy="1107996"/>
          </a:xfrm>
        </p:spPr>
        <p:txBody>
          <a:bodyPr/>
          <a:lstStyle/>
          <a:p>
            <a:r>
              <a:rPr lang="en-US" sz="7200" spc="-305" dirty="0">
                <a:solidFill>
                  <a:srgbClr val="082A42"/>
                </a:solidFill>
              </a:rPr>
              <a:t>The</a:t>
            </a:r>
            <a:r>
              <a:rPr lang="en-US" sz="7200" spc="-325" dirty="0">
                <a:solidFill>
                  <a:srgbClr val="082A42"/>
                </a:solidFill>
              </a:rPr>
              <a:t> </a:t>
            </a:r>
            <a:r>
              <a:rPr lang="en-US" sz="7200" spc="-325" dirty="0">
                <a:solidFill>
                  <a:srgbClr val="0F2F48"/>
                </a:solidFill>
              </a:rPr>
              <a:t>Core</a:t>
            </a:r>
            <a:r>
              <a:rPr lang="en-US" sz="7200" spc="-280" dirty="0">
                <a:solidFill>
                  <a:srgbClr val="0F2F48"/>
                </a:solidFill>
              </a:rPr>
              <a:t> </a:t>
            </a:r>
            <a:r>
              <a:rPr lang="en-US" sz="7200" spc="-145" dirty="0">
                <a:solidFill>
                  <a:srgbClr val="072642"/>
                </a:solidFill>
              </a:rPr>
              <a:t>Hypothesis:</a:t>
            </a:r>
            <a:r>
              <a:rPr lang="en-US" sz="7200" spc="-305" dirty="0">
                <a:solidFill>
                  <a:srgbClr val="072642"/>
                </a:solidFill>
              </a:rPr>
              <a:t> </a:t>
            </a:r>
            <a:r>
              <a:rPr lang="en-US" sz="7200" spc="-40" dirty="0">
                <a:solidFill>
                  <a:srgbClr val="0C2D46"/>
                </a:solidFill>
              </a:rPr>
              <a:t>Stability</a:t>
            </a:r>
            <a:r>
              <a:rPr lang="en-US" sz="7200" spc="-275" dirty="0">
                <a:solidFill>
                  <a:srgbClr val="0C2D46"/>
                </a:solidFill>
              </a:rPr>
              <a:t> </a:t>
            </a:r>
            <a:r>
              <a:rPr lang="en-US" sz="7200" spc="-95" dirty="0">
                <a:solidFill>
                  <a:srgbClr val="0C2D49"/>
                </a:solidFill>
              </a:rPr>
              <a:t>vs.</a:t>
            </a:r>
            <a:r>
              <a:rPr lang="en-US" sz="7200" spc="-540" dirty="0">
                <a:solidFill>
                  <a:srgbClr val="0C2D49"/>
                </a:solidFill>
              </a:rPr>
              <a:t> </a:t>
            </a:r>
            <a:r>
              <a:rPr lang="en-US" sz="7200" spc="-40" dirty="0">
                <a:solidFill>
                  <a:srgbClr val="082A46"/>
                </a:solidFill>
              </a:rPr>
              <a:t>Fragility</a:t>
            </a:r>
            <a:endParaRPr lang="en-US" sz="7200" dirty="0">
              <a:solidFill>
                <a:schemeClr val="tx2"/>
              </a:solidFill>
            </a:endParaRPr>
          </a:p>
        </p:txBody>
      </p:sp>
      <p:sp>
        <p:nvSpPr>
          <p:cNvPr id="3" name="object 13">
            <a:extLst>
              <a:ext uri="{FF2B5EF4-FFF2-40B4-BE49-F238E27FC236}">
                <a16:creationId xmlns:a16="http://schemas.microsoft.com/office/drawing/2014/main" id="{B367C766-726E-3049-5BE6-D2CB49717A87}"/>
              </a:ext>
            </a:extLst>
          </p:cNvPr>
          <p:cNvSpPr txBox="1"/>
          <p:nvPr/>
        </p:nvSpPr>
        <p:spPr>
          <a:xfrm>
            <a:off x="1539240" y="3558835"/>
            <a:ext cx="15062200" cy="738664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  <a:tabLst>
                <a:tab pos="7366000" algn="l"/>
              </a:tabLst>
            </a:pPr>
            <a:r>
              <a:rPr sz="4700" spc="-415" dirty="0">
                <a:solidFill>
                  <a:srgbClr val="0E2B4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Genuine</a:t>
            </a:r>
            <a:r>
              <a:rPr sz="4700" spc="45" dirty="0">
                <a:solidFill>
                  <a:srgbClr val="0E2B4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700" spc="-10" dirty="0">
                <a:solidFill>
                  <a:srgbClr val="0C2B4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Citations</a:t>
            </a:r>
            <a:r>
              <a:rPr sz="4700" dirty="0">
                <a:solidFill>
                  <a:srgbClr val="0C2B4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sz="4700" dirty="0">
                <a:solidFill>
                  <a:srgbClr val="0C2B4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</a:t>
            </a:r>
            <a:r>
              <a:rPr sz="4700" spc="-285" dirty="0">
                <a:solidFill>
                  <a:srgbClr val="07263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Manipulated</a:t>
            </a:r>
            <a:r>
              <a:rPr sz="4700" spc="185" dirty="0">
                <a:solidFill>
                  <a:srgbClr val="07263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700" spc="-200" dirty="0">
                <a:solidFill>
                  <a:srgbClr val="08283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Citations</a:t>
            </a:r>
            <a:endParaRPr sz="4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object 14">
            <a:extLst>
              <a:ext uri="{FF2B5EF4-FFF2-40B4-BE49-F238E27FC236}">
                <a16:creationId xmlns:a16="http://schemas.microsoft.com/office/drawing/2014/main" id="{97F5BA5E-1A4B-715E-13D8-81AA87CB2FA0}"/>
              </a:ext>
            </a:extLst>
          </p:cNvPr>
          <p:cNvSpPr txBox="1"/>
          <p:nvPr/>
        </p:nvSpPr>
        <p:spPr>
          <a:xfrm>
            <a:off x="736600" y="5140629"/>
            <a:ext cx="6674484" cy="1131720"/>
          </a:xfrm>
          <a:prstGeom prst="rect">
            <a:avLst/>
          </a:prstGeom>
        </p:spPr>
        <p:txBody>
          <a:bodyPr vert="horz" wrap="square" lIns="0" tIns="104775" rIns="0" bIns="0" rtlCol="0">
            <a:spAutoFit/>
          </a:bodyPr>
          <a:lstStyle/>
          <a:p>
            <a:pPr marL="17145" marR="5080" indent="-5080" algn="ctr">
              <a:lnSpc>
                <a:spcPts val="3950"/>
              </a:lnSpc>
              <a:spcBef>
                <a:spcPts val="825"/>
              </a:spcBef>
              <a:tabLst>
                <a:tab pos="4441825" algn="l"/>
              </a:tabLst>
            </a:pPr>
            <a:r>
              <a:rPr lang="en-US" sz="4000" dirty="0">
                <a:solidFill>
                  <a:schemeClr val="tx1"/>
                </a:solidFill>
              </a:rPr>
              <a:t>Robust and steady under network perturbations</a:t>
            </a:r>
            <a:endParaRPr sz="6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object 15">
            <a:extLst>
              <a:ext uri="{FF2B5EF4-FFF2-40B4-BE49-F238E27FC236}">
                <a16:creationId xmlns:a16="http://schemas.microsoft.com/office/drawing/2014/main" id="{281540F3-6581-BAC0-2514-CEA55ECBC9AE}"/>
              </a:ext>
            </a:extLst>
          </p:cNvPr>
          <p:cNvSpPr txBox="1"/>
          <p:nvPr/>
        </p:nvSpPr>
        <p:spPr>
          <a:xfrm>
            <a:off x="9423400" y="4876800"/>
            <a:ext cx="7628236" cy="2157642"/>
          </a:xfrm>
          <a:prstGeom prst="rect">
            <a:avLst/>
          </a:prstGeom>
        </p:spPr>
        <p:txBody>
          <a:bodyPr vert="horz" wrap="square" lIns="0" tIns="104775" rIns="0" bIns="0" rtlCol="0">
            <a:spAutoFit/>
          </a:bodyPr>
          <a:lstStyle/>
          <a:p>
            <a:pPr marL="28575" marR="5080" indent="-16510" algn="ctr">
              <a:lnSpc>
                <a:spcPts val="3950"/>
              </a:lnSpc>
              <a:spcBef>
                <a:spcPts val="825"/>
              </a:spcBef>
            </a:pPr>
            <a:r>
              <a:rPr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Fragile</a:t>
            </a:r>
            <a:r>
              <a:rPr lang="en-US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Lacks structural</a:t>
            </a:r>
            <a:r>
              <a:rPr lang="en-US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reinforcement. Fails</a:t>
            </a:r>
            <a:r>
              <a:rPr lang="en-US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reconstruction when the network is </a:t>
            </a:r>
            <a:r>
              <a:rPr lang="en-US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perturbated</a:t>
            </a:r>
            <a:r>
              <a:rPr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336FBA7-B8CB-E9B5-DFF8-3CD6058FCEF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82144" y="9070848"/>
            <a:ext cx="4019296" cy="369332"/>
          </a:xfrm>
        </p:spPr>
        <p:txBody>
          <a:bodyPr/>
          <a:lstStyle/>
          <a:p>
            <a:fld id="{B6F15528-21DE-4FAA-801E-634DDDAF4B2B}" type="slidenum">
              <a:rPr lang="en-US" sz="2400" smtClean="0"/>
              <a:t>6</a:t>
            </a:fld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101297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1300" y="9067800"/>
            <a:ext cx="482600" cy="54610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708400" y="5473700"/>
            <a:ext cx="1612900" cy="17780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937500" y="5473700"/>
            <a:ext cx="1612900" cy="17780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1963400" y="5461000"/>
            <a:ext cx="1612900" cy="19050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536700" y="2857500"/>
            <a:ext cx="2298700" cy="1993900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5829300" y="2819400"/>
            <a:ext cx="1803400" cy="2070100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9740900" y="2933700"/>
            <a:ext cx="2044700" cy="1854200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3652500" y="3200400"/>
            <a:ext cx="2273300" cy="1308100"/>
          </a:xfrm>
          <a:prstGeom prst="rect">
            <a:avLst/>
          </a:prstGeom>
        </p:spPr>
      </p:pic>
      <p:sp>
        <p:nvSpPr>
          <p:cNvPr id="10" name="object 10"/>
          <p:cNvSpPr txBox="1">
            <a:spLocks noGrp="1"/>
          </p:cNvSpPr>
          <p:nvPr>
            <p:ph type="title"/>
          </p:nvPr>
        </p:nvSpPr>
        <p:spPr>
          <a:xfrm>
            <a:off x="883507" y="651227"/>
            <a:ext cx="15169293" cy="931024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950" spc="135" dirty="0">
                <a:solidFill>
                  <a:srgbClr val="012D52"/>
                </a:solidFill>
              </a:rPr>
              <a:t>Methodology:</a:t>
            </a:r>
            <a:r>
              <a:rPr sz="5950" spc="310" dirty="0">
                <a:solidFill>
                  <a:srgbClr val="012D52"/>
                </a:solidFill>
              </a:rPr>
              <a:t> </a:t>
            </a:r>
            <a:r>
              <a:rPr sz="5950" spc="-80" dirty="0">
                <a:solidFill>
                  <a:srgbClr val="012A4B"/>
                </a:solidFill>
              </a:rPr>
              <a:t>A</a:t>
            </a:r>
            <a:r>
              <a:rPr sz="5950" spc="-260" dirty="0">
                <a:solidFill>
                  <a:srgbClr val="012A4B"/>
                </a:solidFill>
              </a:rPr>
              <a:t> </a:t>
            </a:r>
            <a:r>
              <a:rPr lang="en-US" sz="5950" spc="-260" dirty="0">
                <a:solidFill>
                  <a:srgbClr val="032A49"/>
                </a:solidFill>
              </a:rPr>
              <a:t>Stability</a:t>
            </a:r>
            <a:r>
              <a:rPr sz="5950" dirty="0">
                <a:solidFill>
                  <a:srgbClr val="032A49"/>
                </a:solidFill>
              </a:rPr>
              <a:t>-</a:t>
            </a:r>
            <a:r>
              <a:rPr sz="5950" spc="50" dirty="0">
                <a:solidFill>
                  <a:srgbClr val="032A49"/>
                </a:solidFill>
              </a:rPr>
              <a:t>Test</a:t>
            </a:r>
            <a:r>
              <a:rPr sz="5950" spc="280" dirty="0">
                <a:solidFill>
                  <a:srgbClr val="032A49"/>
                </a:solidFill>
              </a:rPr>
              <a:t> </a:t>
            </a:r>
            <a:r>
              <a:rPr sz="5950" spc="225" dirty="0">
                <a:solidFill>
                  <a:srgbClr val="012B4D"/>
                </a:solidFill>
              </a:rPr>
              <a:t>for</a:t>
            </a:r>
            <a:r>
              <a:rPr sz="5950" spc="-40" dirty="0">
                <a:solidFill>
                  <a:srgbClr val="012B4D"/>
                </a:solidFill>
              </a:rPr>
              <a:t> </a:t>
            </a:r>
            <a:r>
              <a:rPr sz="5950" spc="-20" dirty="0">
                <a:solidFill>
                  <a:srgbClr val="012D52"/>
                </a:solidFill>
              </a:rPr>
              <a:t>Data</a:t>
            </a:r>
            <a:endParaRPr sz="5950" dirty="0"/>
          </a:p>
        </p:txBody>
      </p:sp>
      <p:sp>
        <p:nvSpPr>
          <p:cNvPr id="11" name="object 11"/>
          <p:cNvSpPr txBox="1"/>
          <p:nvPr/>
        </p:nvSpPr>
        <p:spPr>
          <a:xfrm>
            <a:off x="736600" y="5257800"/>
            <a:ext cx="3291840" cy="262572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R="12065" algn="ctr">
              <a:lnSpc>
                <a:spcPct val="100000"/>
              </a:lnSpc>
              <a:spcBef>
                <a:spcPts val="120"/>
              </a:spcBef>
            </a:pPr>
            <a:r>
              <a:rPr sz="3800" spc="-10" dirty="0">
                <a:solidFill>
                  <a:srgbClr val="0A264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Perturb</a:t>
            </a:r>
            <a:r>
              <a:rPr lang="en-US" sz="3800" spc="-10" dirty="0">
                <a:solidFill>
                  <a:srgbClr val="0A264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ation</a:t>
            </a:r>
            <a:endParaRPr sz="3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 marR="5080" indent="-4445" algn="ctr">
              <a:lnSpc>
                <a:spcPct val="98900"/>
              </a:lnSpc>
              <a:spcBef>
                <a:spcPts val="2775"/>
              </a:spcBef>
            </a:pPr>
            <a:r>
              <a:rPr sz="2850" spc="-75" dirty="0">
                <a:solidFill>
                  <a:srgbClr val="54130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Randomly</a:t>
            </a:r>
            <a:r>
              <a:rPr sz="2850" spc="-85" dirty="0">
                <a:solidFill>
                  <a:srgbClr val="54130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850" spc="-70" dirty="0">
                <a:solidFill>
                  <a:srgbClr val="4B13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remove</a:t>
            </a:r>
            <a:r>
              <a:rPr sz="2850" spc="-130" dirty="0">
                <a:solidFill>
                  <a:srgbClr val="4B13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850" spc="-50" dirty="0">
                <a:solidFill>
                  <a:srgbClr val="4F050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sz="2750" dirty="0">
                <a:solidFill>
                  <a:srgbClr val="4B0F0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fraction</a:t>
            </a:r>
            <a:r>
              <a:rPr sz="2750" spc="-20" dirty="0">
                <a:solidFill>
                  <a:srgbClr val="4B0F0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750" i="1" dirty="0">
                <a:solidFill>
                  <a:srgbClr val="560C08"/>
                </a:solidFill>
                <a:latin typeface="Arial"/>
                <a:cs typeface="Arial"/>
              </a:rPr>
              <a:t>(Fr)</a:t>
            </a:r>
            <a:r>
              <a:rPr sz="2750" i="1" spc="120" dirty="0">
                <a:solidFill>
                  <a:srgbClr val="560C08"/>
                </a:solidFill>
                <a:latin typeface="Arial"/>
                <a:cs typeface="Arial"/>
              </a:rPr>
              <a:t> </a:t>
            </a:r>
            <a:r>
              <a:rPr sz="2750" dirty="0">
                <a:solidFill>
                  <a:srgbClr val="4F110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sz="2750" spc="40" dirty="0">
                <a:solidFill>
                  <a:srgbClr val="4F110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750" spc="-20" dirty="0">
                <a:solidFill>
                  <a:srgbClr val="520A0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edges </a:t>
            </a:r>
            <a:r>
              <a:rPr sz="2700" spc="75" dirty="0">
                <a:solidFill>
                  <a:srgbClr val="4F110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</a:t>
            </a:r>
            <a:r>
              <a:rPr sz="2700" dirty="0">
                <a:solidFill>
                  <a:srgbClr val="4F110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700" dirty="0">
                <a:solidFill>
                  <a:srgbClr val="540A0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</a:t>
            </a:r>
            <a:r>
              <a:rPr sz="2700" spc="30" dirty="0">
                <a:solidFill>
                  <a:srgbClr val="540A0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700" spc="-10" dirty="0">
                <a:solidFill>
                  <a:srgbClr val="662B2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temporary </a:t>
            </a:r>
            <a:r>
              <a:rPr sz="2750" dirty="0">
                <a:solidFill>
                  <a:srgbClr val="4D130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graph </a:t>
            </a:r>
            <a:r>
              <a:rPr sz="2750" i="1" spc="-20" dirty="0">
                <a:solidFill>
                  <a:srgbClr val="671113"/>
                </a:solidFill>
                <a:latin typeface="Arial"/>
                <a:cs typeface="Arial"/>
              </a:rPr>
              <a:t>G_T.</a:t>
            </a:r>
            <a:endParaRPr sz="2750" dirty="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156200" y="5223580"/>
            <a:ext cx="3084510" cy="3061672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8890" algn="ctr">
              <a:lnSpc>
                <a:spcPct val="100000"/>
              </a:lnSpc>
              <a:spcBef>
                <a:spcPts val="120"/>
              </a:spcBef>
            </a:pPr>
            <a:r>
              <a:rPr sz="3800" spc="-10" dirty="0">
                <a:solidFill>
                  <a:srgbClr val="0328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Embed</a:t>
            </a:r>
            <a:r>
              <a:rPr lang="en-US" sz="3800" spc="-10" dirty="0">
                <a:solidFill>
                  <a:srgbClr val="0328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ding</a:t>
            </a:r>
            <a:endParaRPr sz="3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065" marR="5080" indent="17145" algn="ctr">
              <a:lnSpc>
                <a:spcPct val="98900"/>
              </a:lnSpc>
              <a:spcBef>
                <a:spcPts val="2775"/>
              </a:spcBef>
            </a:pPr>
            <a:r>
              <a:rPr sz="2850" spc="-70" dirty="0">
                <a:solidFill>
                  <a:srgbClr val="620E0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Learn</a:t>
            </a:r>
            <a:r>
              <a:rPr sz="2850" spc="-105" dirty="0">
                <a:solidFill>
                  <a:srgbClr val="620E0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850" spc="-10" dirty="0">
                <a:solidFill>
                  <a:srgbClr val="590E0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graph </a:t>
            </a:r>
            <a:r>
              <a:rPr sz="2750" dirty="0">
                <a:solidFill>
                  <a:srgbClr val="4F131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structure</a:t>
            </a:r>
            <a:r>
              <a:rPr sz="2750" spc="295" dirty="0">
                <a:solidFill>
                  <a:srgbClr val="4F131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750" spc="-10" dirty="0">
                <a:solidFill>
                  <a:srgbClr val="66151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using </a:t>
            </a:r>
            <a:r>
              <a:rPr sz="2700" spc="-40" dirty="0">
                <a:solidFill>
                  <a:srgbClr val="5D0E0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GraphSAGE</a:t>
            </a:r>
            <a:r>
              <a:rPr sz="2700" spc="-35" dirty="0">
                <a:solidFill>
                  <a:srgbClr val="5D0E0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700" spc="110" dirty="0">
                <a:solidFill>
                  <a:srgbClr val="620C0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&amp; </a:t>
            </a:r>
            <a:r>
              <a:rPr sz="2750" dirty="0">
                <a:solidFill>
                  <a:srgbClr val="56050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Node2vec</a:t>
            </a:r>
            <a:r>
              <a:rPr lang="en-US" sz="2750" dirty="0">
                <a:solidFill>
                  <a:srgbClr val="56050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embedding</a:t>
            </a:r>
            <a:r>
              <a:rPr sz="2750" spc="75" dirty="0">
                <a:solidFill>
                  <a:srgbClr val="56050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750" spc="-35" dirty="0">
                <a:solidFill>
                  <a:srgbClr val="4B110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models.</a:t>
            </a:r>
            <a:endParaRPr sz="2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9121664" y="5223580"/>
            <a:ext cx="3256279" cy="262763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R="9525" algn="ctr">
              <a:lnSpc>
                <a:spcPct val="100000"/>
              </a:lnSpc>
              <a:spcBef>
                <a:spcPts val="120"/>
              </a:spcBef>
            </a:pPr>
            <a:r>
              <a:rPr sz="3800" spc="50" dirty="0">
                <a:solidFill>
                  <a:srgbClr val="0A2D4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Predict</a:t>
            </a:r>
            <a:endParaRPr sz="3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 marR="5080" indent="36830" algn="ctr">
              <a:lnSpc>
                <a:spcPct val="97800"/>
              </a:lnSpc>
              <a:spcBef>
                <a:spcPts val="2765"/>
              </a:spcBef>
            </a:pPr>
            <a:r>
              <a:rPr sz="2900" spc="-40" dirty="0">
                <a:solidFill>
                  <a:srgbClr val="5613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Attempt</a:t>
            </a:r>
            <a:r>
              <a:rPr sz="2900" spc="-150" dirty="0">
                <a:solidFill>
                  <a:srgbClr val="5613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900" spc="-25" dirty="0">
                <a:solidFill>
                  <a:srgbClr val="600C0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 </a:t>
            </a:r>
            <a:r>
              <a:rPr sz="2700" dirty="0">
                <a:solidFill>
                  <a:srgbClr val="460A0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reconstruct</a:t>
            </a:r>
            <a:r>
              <a:rPr sz="2700" spc="625" dirty="0">
                <a:solidFill>
                  <a:srgbClr val="460A0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700" spc="-10" dirty="0">
                <a:solidFill>
                  <a:srgbClr val="5E0A0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removed </a:t>
            </a:r>
            <a:r>
              <a:rPr sz="2750" dirty="0">
                <a:solidFill>
                  <a:srgbClr val="4B18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links</a:t>
            </a:r>
            <a:r>
              <a:rPr sz="2750" spc="20" dirty="0">
                <a:solidFill>
                  <a:srgbClr val="4B18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750" dirty="0">
                <a:solidFill>
                  <a:srgbClr val="54050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based</a:t>
            </a:r>
            <a:r>
              <a:rPr sz="2750" spc="25" dirty="0">
                <a:solidFill>
                  <a:srgbClr val="54050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750" spc="-25" dirty="0">
                <a:solidFill>
                  <a:srgbClr val="56161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 </a:t>
            </a:r>
            <a:r>
              <a:rPr sz="2850" spc="-10" dirty="0">
                <a:solidFill>
                  <a:srgbClr val="6015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embeddings.</a:t>
            </a:r>
            <a:endParaRPr sz="28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3287260" y="5223580"/>
            <a:ext cx="3007995" cy="27086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R="6350" algn="ctr">
              <a:lnSpc>
                <a:spcPct val="100000"/>
              </a:lnSpc>
              <a:spcBef>
                <a:spcPts val="120"/>
              </a:spcBef>
            </a:pPr>
            <a:r>
              <a:rPr sz="3800" spc="-10" dirty="0">
                <a:solidFill>
                  <a:srgbClr val="0126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Validate</a:t>
            </a:r>
            <a:endParaRPr sz="3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065" marR="5080" indent="-36830" algn="ctr">
              <a:lnSpc>
                <a:spcPct val="97800"/>
              </a:lnSpc>
              <a:spcBef>
                <a:spcPts val="2765"/>
              </a:spcBef>
            </a:pPr>
            <a:r>
              <a:rPr lang="en-US" sz="2900" spc="-10" dirty="0">
                <a:solidFill>
                  <a:srgbClr val="5013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Compute an Improved IF using only the reliable citation network</a:t>
            </a:r>
            <a:r>
              <a:rPr sz="2850" spc="-10" dirty="0">
                <a:solidFill>
                  <a:srgbClr val="670F0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sz="28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8EEB1C13-D0AF-5E8E-77A5-CE8F4F4CE0D2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82144" y="9070848"/>
            <a:ext cx="4019296" cy="369332"/>
          </a:xfrm>
        </p:spPr>
        <p:txBody>
          <a:bodyPr/>
          <a:lstStyle/>
          <a:p>
            <a:fld id="{B6F15528-21DE-4FAA-801E-634DDDAF4B2B}" type="slidenum">
              <a:rPr lang="en-US" sz="2400" smtClean="0"/>
              <a:t>7</a:t>
            </a:fld>
            <a:endParaRPr lang="en-US" sz="2400" dirty="0"/>
          </a:p>
        </p:txBody>
      </p:sp>
      <p:sp>
        <p:nvSpPr>
          <p:cNvPr id="15" name="Right Brace 17">
            <a:extLst>
              <a:ext uri="{FF2B5EF4-FFF2-40B4-BE49-F238E27FC236}">
                <a16:creationId xmlns:a16="http://schemas.microsoft.com/office/drawing/2014/main" id="{92FAC772-CA96-88ED-F60D-2DDAB291BBE8}"/>
              </a:ext>
            </a:extLst>
          </p:cNvPr>
          <p:cNvSpPr/>
          <p:nvPr/>
        </p:nvSpPr>
        <p:spPr>
          <a:xfrm rot="5400000">
            <a:off x="5903375" y="3041254"/>
            <a:ext cx="1390029" cy="10775950"/>
          </a:xfrm>
          <a:prstGeom prst="rightBrace">
            <a:avLst/>
          </a:prstGeom>
          <a:ln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7" name="תיבת טקסט 16">
            <a:extLst>
              <a:ext uri="{FF2B5EF4-FFF2-40B4-BE49-F238E27FC236}">
                <a16:creationId xmlns:a16="http://schemas.microsoft.com/office/drawing/2014/main" id="{3E27BEC1-0BC8-CD43-5442-FB51CD25E0A8}"/>
              </a:ext>
            </a:extLst>
          </p:cNvPr>
          <p:cNvSpPr txBox="1"/>
          <p:nvPr/>
        </p:nvSpPr>
        <p:spPr>
          <a:xfrm>
            <a:off x="5179291" y="9067800"/>
            <a:ext cx="2616200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2400" dirty="0">
                <a:solidFill>
                  <a:schemeClr val="accent2">
                    <a:lumMod val="75000"/>
                  </a:schemeClr>
                </a:solidFill>
              </a:rPr>
              <a:t>Perturbation loop</a:t>
            </a:r>
            <a:endParaRPr lang="he-IL" sz="2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9" name="Right Brace 17">
            <a:extLst>
              <a:ext uri="{FF2B5EF4-FFF2-40B4-BE49-F238E27FC236}">
                <a16:creationId xmlns:a16="http://schemas.microsoft.com/office/drawing/2014/main" id="{689F3A1F-F8D5-FC91-DA92-3CC3848716CC}"/>
              </a:ext>
            </a:extLst>
          </p:cNvPr>
          <p:cNvSpPr/>
          <p:nvPr/>
        </p:nvSpPr>
        <p:spPr>
          <a:xfrm rot="16200000">
            <a:off x="8202491" y="-4567747"/>
            <a:ext cx="1390029" cy="14758556"/>
          </a:xfrm>
          <a:prstGeom prst="rightBrace">
            <a:avLst/>
          </a:prstGeom>
          <a:ln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20" name="תיבת טקסט 19">
            <a:extLst>
              <a:ext uri="{FF2B5EF4-FFF2-40B4-BE49-F238E27FC236}">
                <a16:creationId xmlns:a16="http://schemas.microsoft.com/office/drawing/2014/main" id="{10BE22C1-F7C0-0F56-988A-C1835F81FE50}"/>
              </a:ext>
            </a:extLst>
          </p:cNvPr>
          <p:cNvSpPr txBox="1"/>
          <p:nvPr/>
        </p:nvSpPr>
        <p:spPr>
          <a:xfrm>
            <a:off x="8108854" y="1685498"/>
            <a:ext cx="2616200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2400" dirty="0">
                <a:solidFill>
                  <a:schemeClr val="accent2">
                    <a:lumMod val="75000"/>
                  </a:schemeClr>
                </a:solidFill>
              </a:rPr>
              <a:t>Time loop</a:t>
            </a:r>
            <a:endParaRPr lang="he-IL" sz="2400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B9E64-6FB1-39E2-E27E-2C8CA3CD5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FD266CD-F7EA-0280-3D3D-E4FCCA6DCF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672018"/>
            <a:ext cx="16662400" cy="1107996"/>
          </a:xfrm>
        </p:spPr>
        <p:txBody>
          <a:bodyPr/>
          <a:lstStyle/>
          <a:p>
            <a:r>
              <a:rPr lang="en-US" sz="7200" spc="-530" dirty="0" err="1"/>
              <a:t>GraphSAGE</a:t>
            </a:r>
            <a:r>
              <a:rPr lang="en-US" sz="7200" spc="145" dirty="0"/>
              <a:t> </a:t>
            </a:r>
            <a:r>
              <a:rPr lang="en-US" sz="7200" spc="-270" dirty="0">
                <a:solidFill>
                  <a:srgbClr val="0A314D"/>
                </a:solidFill>
              </a:rPr>
              <a:t>Embedding</a:t>
            </a:r>
            <a:endParaRPr lang="en-US" sz="7200" dirty="0">
              <a:solidFill>
                <a:schemeClr val="tx2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F1DDD9-D545-DBFD-B3B2-7244917457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6961" y="2388970"/>
            <a:ext cx="6228358" cy="5993029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C57A4F-114E-33E7-8B01-C4BDE23DED21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82144" y="9070848"/>
            <a:ext cx="4019296" cy="369332"/>
          </a:xfrm>
        </p:spPr>
        <p:txBody>
          <a:bodyPr/>
          <a:lstStyle/>
          <a:p>
            <a:fld id="{B6F15528-21DE-4FAA-801E-634DDDAF4B2B}" type="slidenum">
              <a:rPr lang="en-US" sz="2400" smtClean="0"/>
              <a:t>8</a:t>
            </a:fld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DFE13E-3AFB-1933-1C4F-B5E6E2CC1DAC}"/>
              </a:ext>
            </a:extLst>
          </p:cNvPr>
          <p:cNvSpPr txBox="1"/>
          <p:nvPr/>
        </p:nvSpPr>
        <p:spPr>
          <a:xfrm>
            <a:off x="313426" y="1790055"/>
            <a:ext cx="11243574" cy="77684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Understanding context through Inductive Learning-</a:t>
            </a:r>
          </a:p>
          <a:p>
            <a:pPr algn="l">
              <a:lnSpc>
                <a:spcPct val="150000"/>
              </a:lnSpc>
            </a:pPr>
            <a:r>
              <a:rPr lang="en-US" sz="2800" dirty="0" err="1"/>
              <a:t>GraphSAGE</a:t>
            </a:r>
            <a:r>
              <a:rPr lang="en-US" sz="2800" dirty="0"/>
              <a:t> generates node embeddings by sampling and aggregating features from a node’s local neighborhood.</a:t>
            </a:r>
          </a:p>
          <a:p>
            <a:pPr algn="l">
              <a:lnSpc>
                <a:spcPct val="150000"/>
              </a:lnSpc>
            </a:pPr>
            <a:endParaRPr lang="en-US" sz="2800" dirty="0"/>
          </a:p>
          <a:p>
            <a:pPr algn="l" rtl="1">
              <a:lnSpc>
                <a:spcPct val="150000"/>
              </a:lnSpc>
            </a:pPr>
            <a:r>
              <a:rPr lang="en-US" sz="2800" u="sng" dirty="0"/>
              <a:t>Sampling- </a:t>
            </a:r>
            <a:r>
              <a:rPr lang="en-US" sz="2800" dirty="0"/>
              <a:t>selecting a fixed-size subset of a node’s neighbors</a:t>
            </a:r>
          </a:p>
          <a:p>
            <a:pPr algn="l" rtl="1">
              <a:lnSpc>
                <a:spcPct val="150000"/>
              </a:lnSpc>
            </a:pPr>
            <a:r>
              <a:rPr lang="en-US" sz="2800" u="sng" dirty="0"/>
              <a:t>Aggregating- </a:t>
            </a:r>
            <a:r>
              <a:rPr lang="en-US" sz="2800" dirty="0"/>
              <a:t>combining the sampled neighbors’ feature vectors (e.g., by mean</a:t>
            </a:r>
            <a:r>
              <a:rPr lang="en-US" sz="2800"/>
              <a:t>, pooling functions</a:t>
            </a:r>
            <a:r>
              <a:rPr lang="en-US" sz="2800" dirty="0"/>
              <a:t>) into a single representation that summarizes the node’s local neighborhood</a:t>
            </a:r>
          </a:p>
          <a:p>
            <a:pPr>
              <a:lnSpc>
                <a:spcPct val="150000"/>
              </a:lnSpc>
            </a:pPr>
            <a:endParaRPr lang="en-US" sz="2800" dirty="0"/>
          </a:p>
          <a:p>
            <a:pPr>
              <a:lnSpc>
                <a:spcPct val="150000"/>
              </a:lnSpc>
            </a:pPr>
            <a:r>
              <a:rPr lang="en-US" sz="2800" u="sng" dirty="0"/>
              <a:t>Why it fits</a:t>
            </a:r>
            <a:r>
              <a:rPr lang="en-US" sz="2800" dirty="0"/>
              <a:t>: It is designed for large, evolving graphs and can generalize to nodes unseen during training. It captures the local “fingerprint” of a citation context.</a:t>
            </a:r>
          </a:p>
        </p:txBody>
      </p:sp>
    </p:spTree>
    <p:extLst>
      <p:ext uri="{BB962C8B-B14F-4D97-AF65-F5344CB8AC3E}">
        <p14:creationId xmlns:p14="http://schemas.microsoft.com/office/powerpoint/2010/main" val="21982851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C2468-AAC8-BC05-EFAA-853BDDEAF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A6A7EC2-1056-3B43-06B1-D5CC91A62B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672018"/>
            <a:ext cx="16662400" cy="1107996"/>
          </a:xfrm>
        </p:spPr>
        <p:txBody>
          <a:bodyPr/>
          <a:lstStyle/>
          <a:p>
            <a:r>
              <a:rPr lang="en-US" sz="7200" spc="-530" dirty="0"/>
              <a:t>Node2vec Embedding</a:t>
            </a:r>
            <a:endParaRPr lang="en-US" sz="7200" dirty="0">
              <a:solidFill>
                <a:schemeClr val="tx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1C5A2B-9AFB-3B54-E7F5-6672DEA90CD9}"/>
              </a:ext>
            </a:extLst>
          </p:cNvPr>
          <p:cNvSpPr txBox="1"/>
          <p:nvPr/>
        </p:nvSpPr>
        <p:spPr>
          <a:xfrm>
            <a:off x="324970" y="2278973"/>
            <a:ext cx="10891991" cy="2597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Generates node embeddings by simulating multiple random walks on the graph and treating them as sentences. These walks are used as input to the Skip-gram model, which learns embeddings by predicting a node’s context within a sentence.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B49B3D-0F16-D5C2-7656-98A5E0E88A40}"/>
              </a:ext>
            </a:extLst>
          </p:cNvPr>
          <p:cNvSpPr txBox="1"/>
          <p:nvPr/>
        </p:nvSpPr>
        <p:spPr>
          <a:xfrm>
            <a:off x="395857" y="5293429"/>
            <a:ext cx="10556561" cy="198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955">
              <a:lnSpc>
                <a:spcPct val="150000"/>
              </a:lnSpc>
              <a:spcBef>
                <a:spcPts val="130"/>
              </a:spcBef>
            </a:pPr>
            <a:r>
              <a:rPr lang="en-US" sz="2800" u="sng" spc="-10" dirty="0">
                <a:latin typeface="Arial" panose="020B0604020202020204" pitchFamily="34" charset="0"/>
                <a:cs typeface="Arial" panose="020B0604020202020204" pitchFamily="34" charset="0"/>
              </a:rPr>
              <a:t>Key</a:t>
            </a:r>
            <a:r>
              <a:rPr lang="en-US" sz="2800" u="sng" spc="-17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u="sng" spc="-30" dirty="0">
                <a:latin typeface="Arial" panose="020B0604020202020204" pitchFamily="34" charset="0"/>
                <a:cs typeface="Arial" panose="020B0604020202020204" pitchFamily="34" charset="0"/>
              </a:rPr>
              <a:t>Parameters:</a:t>
            </a:r>
            <a:endParaRPr lang="en-US" sz="28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 marR="5080" indent="249554">
              <a:lnSpc>
                <a:spcPct val="150000"/>
              </a:lnSpc>
              <a:spcBef>
                <a:spcPts val="5"/>
              </a:spcBef>
              <a:buChar char="-"/>
              <a:tabLst>
                <a:tab pos="262255" algn="l"/>
              </a:tabLst>
            </a:pPr>
            <a:r>
              <a:rPr lang="en-US" sz="2800" spc="-60" dirty="0">
                <a:latin typeface="Arial" panose="020B0604020202020204" pitchFamily="34" charset="0"/>
                <a:cs typeface="Arial" panose="020B0604020202020204" pitchFamily="34" charset="0"/>
              </a:rPr>
              <a:t>Return</a:t>
            </a:r>
            <a:r>
              <a:rPr lang="en-US" sz="2800" spc="-13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114" dirty="0">
                <a:latin typeface="Arial" panose="020B0604020202020204" pitchFamily="34" charset="0"/>
                <a:cs typeface="Arial" panose="020B0604020202020204" pitchFamily="34" charset="0"/>
              </a:rPr>
              <a:t>parameter</a:t>
            </a:r>
            <a:r>
              <a:rPr lang="en-US" sz="2800" spc="-7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90" dirty="0">
                <a:latin typeface="Arial" panose="020B0604020202020204" pitchFamily="34" charset="0"/>
                <a:cs typeface="Arial" panose="020B0604020202020204" pitchFamily="34" charset="0"/>
              </a:rPr>
              <a:t>(p):</a:t>
            </a:r>
            <a:r>
              <a:rPr lang="en-US" sz="2800" spc="-1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45" dirty="0">
                <a:latin typeface="Arial" panose="020B0604020202020204" pitchFamily="34" charset="0"/>
                <a:cs typeface="Arial" panose="020B0604020202020204" pitchFamily="34" charset="0"/>
              </a:rPr>
              <a:t>Controls</a:t>
            </a:r>
            <a:r>
              <a:rPr lang="en-US" sz="2800" spc="-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40" dirty="0">
                <a:latin typeface="Arial" panose="020B0604020202020204" pitchFamily="34" charset="0"/>
                <a:cs typeface="Arial" panose="020B0604020202020204" pitchFamily="34" charset="0"/>
              </a:rPr>
              <a:t>revisiting </a:t>
            </a:r>
            <a:r>
              <a:rPr lang="en-US" sz="2800" spc="-10" dirty="0">
                <a:latin typeface="Arial" panose="020B0604020202020204" pitchFamily="34" charset="0"/>
                <a:cs typeface="Arial" panose="020B0604020202020204" pitchFamily="34" charset="0"/>
              </a:rPr>
              <a:t>nodes.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62255" indent="-232410">
              <a:lnSpc>
                <a:spcPct val="150000"/>
              </a:lnSpc>
              <a:spcBef>
                <a:spcPts val="340"/>
              </a:spcBef>
              <a:buChar char="-"/>
              <a:tabLst>
                <a:tab pos="262255" algn="l"/>
              </a:tabLst>
            </a:pPr>
            <a:r>
              <a:rPr lang="en-US" sz="2800" spc="-50" dirty="0">
                <a:latin typeface="Arial" panose="020B0604020202020204" pitchFamily="34" charset="0"/>
                <a:cs typeface="Arial" panose="020B0604020202020204" pitchFamily="34" charset="0"/>
              </a:rPr>
              <a:t>In-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out</a:t>
            </a:r>
            <a:r>
              <a:rPr lang="en-US" sz="2800" spc="-19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100" dirty="0">
                <a:latin typeface="Arial" panose="020B0604020202020204" pitchFamily="34" charset="0"/>
                <a:cs typeface="Arial" panose="020B0604020202020204" pitchFamily="34" charset="0"/>
              </a:rPr>
              <a:t>parameter</a:t>
            </a:r>
            <a:r>
              <a:rPr lang="en-US" sz="2800" spc="-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90" dirty="0">
                <a:latin typeface="Arial" panose="020B0604020202020204" pitchFamily="34" charset="0"/>
                <a:cs typeface="Arial" panose="020B0604020202020204" pitchFamily="34" charset="0"/>
              </a:rPr>
              <a:t>(q):</a:t>
            </a:r>
            <a:r>
              <a:rPr lang="en-US" sz="2800" spc="-1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45" dirty="0">
                <a:latin typeface="Arial" panose="020B0604020202020204" pitchFamily="34" charset="0"/>
                <a:cs typeface="Arial" panose="020B0604020202020204" pitchFamily="34" charset="0"/>
              </a:rPr>
              <a:t>Controls</a:t>
            </a:r>
            <a:r>
              <a:rPr lang="en-US" sz="2800" spc="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10" dirty="0">
                <a:latin typeface="Arial" panose="020B0604020202020204" pitchFamily="34" charset="0"/>
                <a:cs typeface="Arial" panose="020B0604020202020204" pitchFamily="34" charset="0"/>
              </a:rPr>
              <a:t>moving </a:t>
            </a:r>
            <a:r>
              <a:rPr lang="en-US" sz="2800" spc="-160" dirty="0">
                <a:latin typeface="Arial" panose="020B0604020202020204" pitchFamily="34" charset="0"/>
                <a:cs typeface="Arial" panose="020B0604020202020204" pitchFamily="34" charset="0"/>
              </a:rPr>
              <a:t>outward.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8BE334-F23A-21E0-126E-E74EB857CF9A}"/>
              </a:ext>
            </a:extLst>
          </p:cNvPr>
          <p:cNvSpPr txBox="1"/>
          <p:nvPr/>
        </p:nvSpPr>
        <p:spPr>
          <a:xfrm>
            <a:off x="324970" y="7966659"/>
            <a:ext cx="12039600" cy="568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 marR="5080" indent="14604">
              <a:lnSpc>
                <a:spcPts val="4100"/>
              </a:lnSpc>
              <a:spcBef>
                <a:spcPts val="15"/>
              </a:spcBef>
            </a:pPr>
            <a:r>
              <a:rPr lang="en-US" sz="2800" u="sng" spc="-90" dirty="0">
                <a:latin typeface="Arial" panose="020B0604020202020204" pitchFamily="34" charset="0"/>
                <a:cs typeface="Arial" panose="020B0604020202020204" pitchFamily="34" charset="0"/>
              </a:rPr>
              <a:t>Why</a:t>
            </a:r>
            <a:r>
              <a:rPr lang="en-US" sz="2800" u="sng" spc="-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u="sng" dirty="0">
                <a:latin typeface="Arial" panose="020B0604020202020204" pitchFamily="34" charset="0"/>
                <a:cs typeface="Arial" panose="020B0604020202020204" pitchFamily="34" charset="0"/>
              </a:rPr>
              <a:t>it</a:t>
            </a:r>
            <a:r>
              <a:rPr lang="en-US" sz="2800" u="sng" spc="-18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u="sng" spc="-50" dirty="0">
                <a:latin typeface="Arial" panose="020B0604020202020204" pitchFamily="34" charset="0"/>
                <a:cs typeface="Arial" panose="020B0604020202020204" pitchFamily="34" charset="0"/>
              </a:rPr>
              <a:t>fits</a:t>
            </a:r>
            <a:r>
              <a:rPr lang="en-US" sz="2800" spc="-5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n-US" sz="2800" spc="-13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20" dirty="0">
                <a:latin typeface="Arial" panose="020B0604020202020204" pitchFamily="34" charset="0"/>
                <a:cs typeface="Arial" panose="020B0604020202020204" pitchFamily="34" charset="0"/>
              </a:rPr>
              <a:t>Balances</a:t>
            </a:r>
            <a:r>
              <a:rPr lang="en-US" sz="2800" spc="-10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10" dirty="0">
                <a:latin typeface="Arial" panose="020B0604020202020204" pitchFamily="34" charset="0"/>
                <a:cs typeface="Arial" panose="020B0604020202020204" pitchFamily="34" charset="0"/>
              </a:rPr>
              <a:t>local</a:t>
            </a:r>
            <a:r>
              <a:rPr lang="en-US" sz="2800" spc="-9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40" dirty="0">
                <a:latin typeface="Arial" panose="020B0604020202020204" pitchFamily="34" charset="0"/>
                <a:cs typeface="Arial" panose="020B0604020202020204" pitchFamily="34" charset="0"/>
              </a:rPr>
              <a:t>connectivity</a:t>
            </a:r>
            <a:r>
              <a:rPr lang="en-US" sz="2800" spc="11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25" dirty="0">
                <a:latin typeface="Arial" panose="020B0604020202020204" pitchFamily="34" charset="0"/>
                <a:cs typeface="Arial" panose="020B0604020202020204" pitchFamily="34" charset="0"/>
              </a:rPr>
              <a:t>with </a:t>
            </a:r>
            <a:r>
              <a:rPr lang="en-US" sz="2800" spc="-10" dirty="0">
                <a:latin typeface="Arial" panose="020B0604020202020204" pitchFamily="34" charset="0"/>
                <a:cs typeface="Arial" panose="020B0604020202020204" pitchFamily="34" charset="0"/>
              </a:rPr>
              <a:t>global</a:t>
            </a:r>
            <a:r>
              <a:rPr lang="en-US" sz="2800" spc="-1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45" dirty="0">
                <a:latin typeface="Arial" panose="020B0604020202020204" pitchFamily="34" charset="0"/>
                <a:cs typeface="Arial" panose="020B0604020202020204" pitchFamily="34" charset="0"/>
              </a:rPr>
              <a:t>structural</a:t>
            </a:r>
            <a:r>
              <a:rPr lang="en-US" sz="2800" spc="-7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60" dirty="0">
                <a:latin typeface="Arial" panose="020B0604020202020204" pitchFamily="34" charset="0"/>
                <a:cs typeface="Arial" panose="020B0604020202020204" pitchFamily="34" charset="0"/>
              </a:rPr>
              <a:t>equivalence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FA4F726-5073-07FE-92B8-F2E363FA70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3305" y="2432118"/>
            <a:ext cx="5985002" cy="526408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DAB79BE-6A2B-650D-160D-6C2437E7A2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62200" y="4827917"/>
            <a:ext cx="1524000" cy="472439"/>
          </a:xfrm>
          <a:prstGeom prst="rect">
            <a:avLst/>
          </a:prstGeom>
        </p:spPr>
      </p:pic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5C38C621-F134-52ED-EF33-35344EA6B27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82144" y="9070848"/>
            <a:ext cx="4019296" cy="369332"/>
          </a:xfrm>
        </p:spPr>
        <p:txBody>
          <a:bodyPr/>
          <a:lstStyle/>
          <a:p>
            <a:fld id="{B6F15528-21DE-4FAA-801E-634DDDAF4B2B}" type="slidenum">
              <a:rPr lang="en-US" sz="2400" smtClean="0"/>
              <a:t>9</a:t>
            </a:fld>
            <a:endParaRPr lang="en-US" sz="240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9ADAAEC9-CC77-7C83-248A-FF683DDC90C6}"/>
                  </a:ext>
                </a:extLst>
              </p14:cNvPr>
              <p14:cNvContentPartPr/>
              <p14:nvPr/>
            </p14:nvContentPartPr>
            <p14:xfrm>
              <a:off x="10128242" y="4981519"/>
              <a:ext cx="360" cy="3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9ADAAEC9-CC77-7C83-248A-FF683DDC90C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0110242" y="4963519"/>
                <a:ext cx="3600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B9A5194-16F2-39BE-A0BC-1A0B0C2911BC}"/>
                  </a:ext>
                </a:extLst>
              </p14:cNvPr>
              <p14:cNvContentPartPr/>
              <p14:nvPr/>
            </p14:nvContentPartPr>
            <p14:xfrm>
              <a:off x="13096224" y="4831399"/>
              <a:ext cx="450720" cy="2073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B9A5194-16F2-39BE-A0BC-1A0B0C2911BC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3060224" y="4795759"/>
                <a:ext cx="522360" cy="27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A661AA36-8674-792F-FF4C-4415FAA87159}"/>
                  </a:ext>
                </a:extLst>
              </p14:cNvPr>
              <p14:cNvContentPartPr/>
              <p14:nvPr/>
            </p14:nvContentPartPr>
            <p14:xfrm>
              <a:off x="12985560" y="4697700"/>
              <a:ext cx="739800" cy="3585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A661AA36-8674-792F-FF4C-4415FAA87159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949560" y="4661700"/>
                <a:ext cx="811440" cy="43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AA273445-201C-6BC3-22DE-1555C3585902}"/>
                  </a:ext>
                </a:extLst>
              </p14:cNvPr>
              <p14:cNvContentPartPr/>
              <p14:nvPr/>
            </p14:nvContentPartPr>
            <p14:xfrm>
              <a:off x="12969000" y="4754580"/>
              <a:ext cx="360" cy="3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AA273445-201C-6BC3-22DE-1555C358590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2933000" y="4718940"/>
                <a:ext cx="7200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F0186286-615D-3260-1483-89C971A2E67C}"/>
                  </a:ext>
                </a:extLst>
              </p14:cNvPr>
              <p14:cNvContentPartPr/>
              <p14:nvPr/>
            </p14:nvContentPartPr>
            <p14:xfrm>
              <a:off x="14683680" y="6236880"/>
              <a:ext cx="268920" cy="1580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F0186286-615D-3260-1483-89C971A2E67C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4647680" y="6200880"/>
                <a:ext cx="340560" cy="22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0A181F50-DC61-ACD4-FB98-F00E1B9F4713}"/>
                  </a:ext>
                </a:extLst>
              </p14:cNvPr>
              <p14:cNvContentPartPr/>
              <p14:nvPr/>
            </p14:nvContentPartPr>
            <p14:xfrm>
              <a:off x="14787720" y="6278640"/>
              <a:ext cx="799200" cy="260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0A181F50-DC61-ACD4-FB98-F00E1B9F4713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4752080" y="6243000"/>
                <a:ext cx="870840" cy="33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6DB5E572-8A99-B473-8E7E-B1B285346F1A}"/>
                  </a:ext>
                </a:extLst>
              </p14:cNvPr>
              <p14:cNvContentPartPr/>
              <p14:nvPr/>
            </p14:nvContentPartPr>
            <p14:xfrm>
              <a:off x="14601240" y="5700120"/>
              <a:ext cx="471240" cy="5907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6DB5E572-8A99-B473-8E7E-B1B285346F1A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4565240" y="5664120"/>
                <a:ext cx="542880" cy="662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114D4BCA-D1C6-A958-9120-49747FBC8053}"/>
                  </a:ext>
                </a:extLst>
              </p14:cNvPr>
              <p14:cNvContentPartPr/>
              <p14:nvPr/>
            </p14:nvContentPartPr>
            <p14:xfrm>
              <a:off x="14851080" y="5656560"/>
              <a:ext cx="263520" cy="16920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114D4BCA-D1C6-A958-9120-49747FBC8053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4815080" y="5620560"/>
                <a:ext cx="335160" cy="24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B23E8651-8382-744C-6EA2-750F00188719}"/>
                  </a:ext>
                </a:extLst>
              </p14:cNvPr>
              <p14:cNvContentPartPr/>
              <p14:nvPr/>
            </p14:nvContentPartPr>
            <p14:xfrm>
              <a:off x="15549120" y="6446040"/>
              <a:ext cx="67680" cy="11124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B23E8651-8382-744C-6EA2-750F00188719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15513120" y="6410040"/>
                <a:ext cx="139320" cy="182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0D0F220B-1978-16E0-E4E3-3325453CE5FC}"/>
                  </a:ext>
                </a:extLst>
              </p14:cNvPr>
              <p14:cNvContentPartPr/>
              <p14:nvPr/>
            </p14:nvContentPartPr>
            <p14:xfrm>
              <a:off x="15052320" y="5598600"/>
              <a:ext cx="77040" cy="8604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0D0F220B-1978-16E0-E4E3-3325453CE5FC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5043680" y="5589960"/>
                <a:ext cx="94680" cy="10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A735A04A-0950-9C95-3159-A537A33E38F2}"/>
                  </a:ext>
                </a:extLst>
              </p14:cNvPr>
              <p14:cNvContentPartPr/>
              <p14:nvPr/>
            </p14:nvContentPartPr>
            <p14:xfrm>
              <a:off x="15068520" y="5612280"/>
              <a:ext cx="80280" cy="6876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A735A04A-0950-9C95-3159-A537A33E38F2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5059520" y="5603640"/>
                <a:ext cx="97920" cy="8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199E5B0C-C07B-C41C-72F1-D22D48570287}"/>
                  </a:ext>
                </a:extLst>
              </p14:cNvPr>
              <p14:cNvContentPartPr/>
              <p14:nvPr/>
            </p14:nvContentPartPr>
            <p14:xfrm>
              <a:off x="15643800" y="6510120"/>
              <a:ext cx="55080" cy="889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199E5B0C-C07B-C41C-72F1-D22D48570287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15634800" y="6501480"/>
                <a:ext cx="72720" cy="106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E6E72AC7-0B2A-FBA4-0B0A-98E9AB511293}"/>
                  </a:ext>
                </a:extLst>
              </p14:cNvPr>
              <p14:cNvContentPartPr/>
              <p14:nvPr/>
            </p14:nvContentPartPr>
            <p14:xfrm>
              <a:off x="15595920" y="6472680"/>
              <a:ext cx="79200" cy="12276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E6E72AC7-0B2A-FBA4-0B0A-98E9AB51129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5587280" y="6464040"/>
                <a:ext cx="96840" cy="14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2574E7E6-A297-C86A-FBA4-3896E95F6A97}"/>
                  </a:ext>
                </a:extLst>
              </p14:cNvPr>
              <p14:cNvContentPartPr/>
              <p14:nvPr/>
            </p14:nvContentPartPr>
            <p14:xfrm>
              <a:off x="12948150" y="4680960"/>
              <a:ext cx="64440" cy="6084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2574E7E6-A297-C86A-FBA4-3896E95F6A9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12939510" y="4671960"/>
                <a:ext cx="82080" cy="7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B24EBBD9-7BF1-42A6-BF6E-75DEDB187145}"/>
                  </a:ext>
                </a:extLst>
              </p14:cNvPr>
              <p14:cNvContentPartPr/>
              <p14:nvPr/>
            </p14:nvContentPartPr>
            <p14:xfrm>
              <a:off x="13746630" y="4926120"/>
              <a:ext cx="17640" cy="1263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B24EBBD9-7BF1-42A6-BF6E-75DEDB187145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13737630" y="4917480"/>
                <a:ext cx="3528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9DAFB0C4-C1D8-4650-619D-1620164A1997}"/>
                  </a:ext>
                </a:extLst>
              </p14:cNvPr>
              <p14:cNvContentPartPr/>
              <p14:nvPr/>
            </p14:nvContentPartPr>
            <p14:xfrm>
              <a:off x="14527890" y="6194100"/>
              <a:ext cx="83880" cy="1026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9DAFB0C4-C1D8-4650-619D-1620164A1997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14518890" y="6185460"/>
                <a:ext cx="101520" cy="12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69E7A579-120C-03A5-642C-885A23D14325}"/>
                  </a:ext>
                </a:extLst>
              </p14:cNvPr>
              <p14:cNvContentPartPr/>
              <p14:nvPr/>
            </p14:nvContentPartPr>
            <p14:xfrm>
              <a:off x="15914400" y="5247630"/>
              <a:ext cx="360" cy="36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69E7A579-120C-03A5-642C-885A23D14325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15905400" y="5238630"/>
                <a:ext cx="18000" cy="18000"/>
              </a:xfrm>
              <a:prstGeom prst="rect">
                <a:avLst/>
              </a:prstGeom>
            </p:spPr>
          </p:pic>
        </mc:Fallback>
      </mc:AlternateContent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47D7834-63F1-F6DE-0F39-46CAACAAABD8}"/>
              </a:ext>
            </a:extLst>
          </p:cNvPr>
          <p:cNvCxnSpPr>
            <a:cxnSpLocks/>
          </p:cNvCxnSpPr>
          <p:nvPr/>
        </p:nvCxnSpPr>
        <p:spPr>
          <a:xfrm>
            <a:off x="13006770" y="4621779"/>
            <a:ext cx="789477" cy="286840"/>
          </a:xfrm>
          <a:prstGeom prst="line">
            <a:avLst/>
          </a:prstGeom>
          <a:ln w="53975">
            <a:solidFill>
              <a:srgbClr val="9C3D35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E6BD66C-8543-B972-285A-629B19885DFF}"/>
              </a:ext>
            </a:extLst>
          </p:cNvPr>
          <p:cNvCxnSpPr>
            <a:cxnSpLocks/>
          </p:cNvCxnSpPr>
          <p:nvPr/>
        </p:nvCxnSpPr>
        <p:spPr>
          <a:xfrm>
            <a:off x="15363997" y="5631133"/>
            <a:ext cx="424163" cy="923447"/>
          </a:xfrm>
          <a:prstGeom prst="line">
            <a:avLst/>
          </a:prstGeom>
          <a:ln w="53975">
            <a:solidFill>
              <a:srgbClr val="9C3D35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00888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8D345-7333-5FC4-6E54-AEE9A26ED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C9A22F0-141E-179F-051A-F0043DBD34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672018"/>
            <a:ext cx="16662400" cy="1107996"/>
          </a:xfrm>
        </p:spPr>
        <p:txBody>
          <a:bodyPr/>
          <a:lstStyle/>
          <a:p>
            <a:r>
              <a:rPr lang="en-US" sz="7200" spc="50" dirty="0">
                <a:solidFill>
                  <a:srgbClr val="00233D"/>
                </a:solidFill>
              </a:rPr>
              <a:t>Link</a:t>
            </a:r>
            <a:r>
              <a:rPr lang="en-US" sz="7200" spc="-409" dirty="0">
                <a:solidFill>
                  <a:srgbClr val="00233D"/>
                </a:solidFill>
              </a:rPr>
              <a:t> </a:t>
            </a:r>
            <a:r>
              <a:rPr lang="en-US" sz="7200" spc="-90" dirty="0">
                <a:solidFill>
                  <a:srgbClr val="052849"/>
                </a:solidFill>
              </a:rPr>
              <a:t>Prediction</a:t>
            </a:r>
            <a:endParaRPr lang="en-US" sz="7200" dirty="0">
              <a:solidFill>
                <a:schemeClr val="tx2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9F20F1-3C37-9C24-B308-32FEAE7B2805}"/>
              </a:ext>
            </a:extLst>
          </p:cNvPr>
          <p:cNvSpPr txBox="1"/>
          <p:nvPr/>
        </p:nvSpPr>
        <p:spPr>
          <a:xfrm>
            <a:off x="1432485" y="7010400"/>
            <a:ext cx="15118230" cy="3313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 marR="5080" indent="14604">
              <a:lnSpc>
                <a:spcPct val="150000"/>
              </a:lnSpc>
              <a:spcBef>
                <a:spcPts val="15"/>
              </a:spcBef>
            </a:pPr>
            <a:r>
              <a:rPr lang="en-US" sz="3600" u="sng" spc="-9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Objective</a:t>
            </a:r>
            <a:r>
              <a:rPr lang="en-US" sz="3600" spc="-9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To determine whether an edge should exist between two nodes</a:t>
            </a:r>
            <a:br>
              <a:rPr lang="en-US" sz="3600" spc="-9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3600" u="sng" spc="-7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Significance</a:t>
            </a:r>
            <a:r>
              <a:rPr lang="en-US" sz="3600" spc="-7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n-US" sz="3600" spc="5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18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Only</a:t>
            </a:r>
            <a:r>
              <a:rPr lang="en-US" sz="3600" spc="4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8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edges</a:t>
            </a:r>
            <a:r>
              <a:rPr lang="en-US" sz="3600" spc="-3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13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that</a:t>
            </a:r>
            <a:r>
              <a:rPr lang="en-US" sz="3600" spc="-1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11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survive</a:t>
            </a:r>
            <a:r>
              <a:rPr lang="en-US" sz="3600" spc="-3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</a:t>
            </a:r>
            <a:r>
              <a:rPr lang="en-US" sz="3600" spc="-7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test</a:t>
            </a:r>
            <a:r>
              <a:rPr lang="en-US" sz="3600" spc="-7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across</a:t>
            </a:r>
            <a:r>
              <a:rPr lang="en-US" sz="3600" spc="-7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13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multiple</a:t>
            </a:r>
            <a:r>
              <a:rPr lang="en-US" sz="3600" spc="-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12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perturbations</a:t>
            </a:r>
            <a:r>
              <a:rPr lang="en-US" sz="3600" spc="6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2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are </a:t>
            </a:r>
            <a:r>
              <a:rPr lang="en-US" sz="3600" spc="-18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deemed as a</a:t>
            </a:r>
            <a:r>
              <a:rPr lang="en-US" sz="3600" spc="3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14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part</a:t>
            </a:r>
            <a:r>
              <a:rPr lang="en-US" sz="3600" spc="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en-US" sz="3600" spc="-5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18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en-US" sz="3600" spc="-1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Reliable</a:t>
            </a:r>
            <a:r>
              <a:rPr lang="en-US" sz="3600" spc="4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2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Network.</a:t>
            </a:r>
            <a:endParaRPr lang="en-US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 marR="5080" indent="14604">
              <a:lnSpc>
                <a:spcPct val="150000"/>
              </a:lnSpc>
              <a:spcBef>
                <a:spcPts val="15"/>
              </a:spcBef>
            </a:pPr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B30D1E3-AB04-39F2-EEBB-1EF49E8F23F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805"/>
          <a:stretch>
            <a:fillRect/>
          </a:stretch>
        </p:blipFill>
        <p:spPr>
          <a:xfrm>
            <a:off x="3038265" y="1583788"/>
            <a:ext cx="11906670" cy="4969412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3E7190-10E0-F932-4CD3-05F3FF351E7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82144" y="9070848"/>
            <a:ext cx="4019296" cy="369332"/>
          </a:xfrm>
        </p:spPr>
        <p:txBody>
          <a:bodyPr/>
          <a:lstStyle/>
          <a:p>
            <a:fld id="{B6F15528-21DE-4FAA-801E-634DDDAF4B2B}" type="slidenum">
              <a:rPr lang="en-US" sz="2400" smtClean="0"/>
              <a:t>10</a:t>
            </a:fld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1901666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2320B-6D1A-4A54-7B27-77B057929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9D35BF3-9BC0-DC3A-3486-89570E062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672018"/>
            <a:ext cx="16662400" cy="1107996"/>
          </a:xfrm>
        </p:spPr>
        <p:txBody>
          <a:bodyPr/>
          <a:lstStyle/>
          <a:p>
            <a:r>
              <a:rPr lang="en-US" sz="7200" spc="-45" dirty="0">
                <a:solidFill>
                  <a:srgbClr val="01284B"/>
                </a:solidFill>
              </a:rPr>
              <a:t>The</a:t>
            </a:r>
            <a:r>
              <a:rPr lang="en-US" sz="7200" spc="-360" dirty="0">
                <a:solidFill>
                  <a:srgbClr val="01284B"/>
                </a:solidFill>
              </a:rPr>
              <a:t> </a:t>
            </a:r>
            <a:r>
              <a:rPr lang="en-US" sz="7200" spc="85" dirty="0">
                <a:solidFill>
                  <a:srgbClr val="01284F"/>
                </a:solidFill>
              </a:rPr>
              <a:t>Algorithm</a:t>
            </a:r>
            <a:r>
              <a:rPr lang="en-US" sz="7200" spc="-440" dirty="0">
                <a:solidFill>
                  <a:srgbClr val="01284F"/>
                </a:solidFill>
              </a:rPr>
              <a:t> </a:t>
            </a:r>
            <a:r>
              <a:rPr lang="en-US" sz="7200" dirty="0">
                <a:solidFill>
                  <a:srgbClr val="032346"/>
                </a:solidFill>
              </a:rPr>
              <a:t>Execution</a:t>
            </a:r>
            <a:r>
              <a:rPr lang="en-US" sz="7200" spc="-235" dirty="0">
                <a:solidFill>
                  <a:srgbClr val="032346"/>
                </a:solidFill>
              </a:rPr>
              <a:t> </a:t>
            </a:r>
            <a:r>
              <a:rPr lang="en-US" sz="7200" spc="-10" dirty="0">
                <a:solidFill>
                  <a:srgbClr val="012852"/>
                </a:solidFill>
              </a:rPr>
              <a:t>Cycle</a:t>
            </a:r>
            <a:endParaRPr lang="en-US" sz="7200" dirty="0">
              <a:solidFill>
                <a:schemeClr val="tx2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DE4DE8-33DF-1AAD-5A6B-27BD356F8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9800" y="2209800"/>
            <a:ext cx="9125571" cy="11079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136E1C-0433-EF30-BBB6-87D674F5B78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34"/>
          <a:stretch>
            <a:fillRect/>
          </a:stretch>
        </p:blipFill>
        <p:spPr>
          <a:xfrm>
            <a:off x="2336800" y="3304349"/>
            <a:ext cx="9525000" cy="385508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5A30456-3E3E-D6BB-F7D6-3A4B2D86CD9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9793"/>
          <a:stretch>
            <a:fillRect/>
          </a:stretch>
        </p:blipFill>
        <p:spPr>
          <a:xfrm>
            <a:off x="5003800" y="7159432"/>
            <a:ext cx="6924986" cy="939473"/>
          </a:xfrm>
          <a:prstGeom prst="rect">
            <a:avLst/>
          </a:prstGeom>
        </p:spPr>
      </p:pic>
      <p:pic>
        <p:nvPicPr>
          <p:cNvPr id="14" name="Picture 13" descr="A diagram of a computer program&#10;&#10;AI-generated content may be incorrect.">
            <a:extLst>
              <a:ext uri="{FF2B5EF4-FFF2-40B4-BE49-F238E27FC236}">
                <a16:creationId xmlns:a16="http://schemas.microsoft.com/office/drawing/2014/main" id="{9B8492E1-74A3-8B6C-615C-60CDE5B313E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32" t="78907" r="10847" b="-1"/>
          <a:stretch>
            <a:fillRect/>
          </a:stretch>
        </p:blipFill>
        <p:spPr>
          <a:xfrm>
            <a:off x="4013200" y="8130281"/>
            <a:ext cx="8839200" cy="161805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A1430EE-EDC1-31C4-1D03-E111BC962B37}"/>
              </a:ext>
            </a:extLst>
          </p:cNvPr>
          <p:cNvSpPr txBox="1"/>
          <p:nvPr/>
        </p:nvSpPr>
        <p:spPr>
          <a:xfrm>
            <a:off x="2383118" y="8573007"/>
            <a:ext cx="1828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tx2">
                    <a:lumMod val="75000"/>
                  </a:schemeClr>
                </a:solidFill>
              </a:rPr>
              <a:t>Output: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CA15F0E-9511-4F9B-54F1-244876C902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482482" y="1780014"/>
            <a:ext cx="2655547" cy="7524051"/>
          </a:xfrm>
          <a:prstGeom prst="rect">
            <a:avLst/>
          </a:prstGeom>
        </p:spPr>
      </p:pic>
      <p:sp>
        <p:nvSpPr>
          <p:cNvPr id="18" name="Right Brace 17">
            <a:extLst>
              <a:ext uri="{FF2B5EF4-FFF2-40B4-BE49-F238E27FC236}">
                <a16:creationId xmlns:a16="http://schemas.microsoft.com/office/drawing/2014/main" id="{89574814-0A54-DCA3-A4C3-0D69184D074A}"/>
              </a:ext>
            </a:extLst>
          </p:cNvPr>
          <p:cNvSpPr/>
          <p:nvPr/>
        </p:nvSpPr>
        <p:spPr>
          <a:xfrm>
            <a:off x="12605371" y="3429000"/>
            <a:ext cx="1390029" cy="6096000"/>
          </a:xfrm>
          <a:prstGeom prst="rightBrace">
            <a:avLst/>
          </a:prstGeom>
          <a:ln w="158750">
            <a:solidFill>
              <a:schemeClr val="accent2">
                <a:lumMod val="75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0982472E-AE93-87B1-1162-62CBCF65083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82144" y="9070848"/>
            <a:ext cx="4019296" cy="369332"/>
          </a:xfrm>
        </p:spPr>
        <p:txBody>
          <a:bodyPr/>
          <a:lstStyle/>
          <a:p>
            <a:fld id="{B6F15528-21DE-4FAA-801E-634DDDAF4B2B}" type="slidenum">
              <a:rPr lang="en-US" sz="2400" smtClean="0"/>
              <a:t>11</a:t>
            </a:fld>
            <a:endParaRPr lang="en-US" sz="2400"/>
          </a:p>
        </p:txBody>
      </p:sp>
      <p:pic>
        <p:nvPicPr>
          <p:cNvPr id="4" name="תמונה 3">
            <a:extLst>
              <a:ext uri="{FF2B5EF4-FFF2-40B4-BE49-F238E27FC236}">
                <a16:creationId xmlns:a16="http://schemas.microsoft.com/office/drawing/2014/main" id="{4FEF3255-DD69-7FB2-0F2E-ED0F32CCF1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3238" y="7629167"/>
            <a:ext cx="1843010" cy="389909"/>
          </a:xfrm>
          <a:prstGeom prst="rect">
            <a:avLst/>
          </a:prstGeom>
        </p:spPr>
      </p:pic>
      <p:sp>
        <p:nvSpPr>
          <p:cNvPr id="6" name="תיבת טקסט 5">
            <a:extLst>
              <a:ext uri="{FF2B5EF4-FFF2-40B4-BE49-F238E27FC236}">
                <a16:creationId xmlns:a16="http://schemas.microsoft.com/office/drawing/2014/main" id="{A5DF7467-29F3-0B76-11D6-905D28C7E10B}"/>
              </a:ext>
            </a:extLst>
          </p:cNvPr>
          <p:cNvSpPr txBox="1"/>
          <p:nvPr/>
        </p:nvSpPr>
        <p:spPr>
          <a:xfrm>
            <a:off x="8503238" y="7543800"/>
            <a:ext cx="1676400" cy="430887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2200" dirty="0">
                <a:solidFill>
                  <a:srgbClr val="A13B39"/>
                </a:solidFill>
              </a:rPr>
              <a:t>unreliable</a:t>
            </a:r>
            <a:endParaRPr lang="he-IL" sz="2200" dirty="0">
              <a:solidFill>
                <a:srgbClr val="A13B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20236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C57A2-C4A8-D82F-0CF2-B40D1D927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805A6D9-7DC7-CE62-4CBD-2FC8CE76C4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0601" y="1208048"/>
            <a:ext cx="12420600" cy="8578126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8F74AFC1-7931-8D9D-AA62-2CFBF3EF5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304800"/>
            <a:ext cx="16662400" cy="1107996"/>
          </a:xfrm>
        </p:spPr>
        <p:txBody>
          <a:bodyPr/>
          <a:lstStyle/>
          <a:p>
            <a:r>
              <a:rPr lang="en-US" sz="7200" spc="-45" dirty="0">
                <a:solidFill>
                  <a:srgbClr val="01284B"/>
                </a:solidFill>
              </a:rPr>
              <a:t>sequence diagram</a:t>
            </a:r>
            <a:endParaRPr lang="en-US" sz="7200" dirty="0">
              <a:solidFill>
                <a:schemeClr val="tx2"/>
              </a:solidFill>
            </a:endParaRP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9C64DB16-2346-6149-6446-30D47281549E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82144" y="9070848"/>
            <a:ext cx="4019296" cy="369332"/>
          </a:xfrm>
        </p:spPr>
        <p:txBody>
          <a:bodyPr/>
          <a:lstStyle/>
          <a:p>
            <a:fld id="{B6F15528-21DE-4FAA-801E-634DDDAF4B2B}" type="slidenum">
              <a:rPr lang="en-US" sz="2400" smtClean="0"/>
              <a:t>12</a:t>
            </a:fld>
            <a:endParaRPr lang="en-US" sz="2400"/>
          </a:p>
        </p:txBody>
      </p:sp>
      <p:pic>
        <p:nvPicPr>
          <p:cNvPr id="4" name="תמונה 3">
            <a:extLst>
              <a:ext uri="{FF2B5EF4-FFF2-40B4-BE49-F238E27FC236}">
                <a16:creationId xmlns:a16="http://schemas.microsoft.com/office/drawing/2014/main" id="{8AC2BC78-CD6B-3803-1B03-B3FBBB121E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238" y="7629167"/>
            <a:ext cx="1843010" cy="389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29543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2682C-D9B8-2C48-BA63-8074BC10F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5A72B75-7556-B846-2532-51A66B36F0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1093"/>
          <a:stretch>
            <a:fillRect/>
          </a:stretch>
        </p:blipFill>
        <p:spPr>
          <a:xfrm>
            <a:off x="-125452" y="2057401"/>
            <a:ext cx="17751010" cy="7696199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E1BB68-F87F-AF8C-8087-40FFD22E46B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82144" y="9070848"/>
            <a:ext cx="4019296" cy="369332"/>
          </a:xfrm>
        </p:spPr>
        <p:txBody>
          <a:bodyPr/>
          <a:lstStyle/>
          <a:p>
            <a:fld id="{B6F15528-21DE-4FAA-801E-634DDDAF4B2B}" type="slidenum">
              <a:rPr lang="en-US" sz="2400" smtClean="0"/>
              <a:t>13</a:t>
            </a:fld>
            <a:endParaRPr lang="en-US" sz="2400" dirty="0"/>
          </a:p>
        </p:txBody>
      </p:sp>
      <p:sp>
        <p:nvSpPr>
          <p:cNvPr id="2" name="Title 4">
            <a:extLst>
              <a:ext uri="{FF2B5EF4-FFF2-40B4-BE49-F238E27FC236}">
                <a16:creationId xmlns:a16="http://schemas.microsoft.com/office/drawing/2014/main" id="{84D591A0-B0A5-3368-B721-EE9C208F4E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400" y="449533"/>
            <a:ext cx="16662400" cy="1107996"/>
          </a:xfrm>
        </p:spPr>
        <p:txBody>
          <a:bodyPr/>
          <a:lstStyle/>
          <a:p>
            <a:r>
              <a:rPr lang="en-US" sz="7200" spc="-45" dirty="0">
                <a:solidFill>
                  <a:srgbClr val="01284B"/>
                </a:solidFill>
              </a:rPr>
              <a:t>Deriving the Improved Impact Factor</a:t>
            </a:r>
            <a:endParaRPr lang="en-US" sz="72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33697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rcRect r="2736"/>
          <a:stretch>
            <a:fillRect/>
          </a:stretch>
        </p:blipFill>
        <p:spPr>
          <a:xfrm>
            <a:off x="914400" y="2387600"/>
            <a:ext cx="7028608" cy="5994400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6362700" y="730250"/>
            <a:ext cx="114300" cy="0"/>
          </a:xfrm>
          <a:custGeom>
            <a:avLst/>
            <a:gdLst/>
            <a:ahLst/>
            <a:cxnLst/>
            <a:rect l="l" t="t" r="r" b="b"/>
            <a:pathLst>
              <a:path w="114300">
                <a:moveTo>
                  <a:pt x="0" y="0"/>
                </a:moveTo>
                <a:lnTo>
                  <a:pt x="114300" y="0"/>
                </a:lnTo>
              </a:path>
            </a:pathLst>
          </a:custGeom>
          <a:ln w="12700">
            <a:solidFill>
              <a:srgbClr val="8C8C8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3300613" y="481541"/>
            <a:ext cx="10795000" cy="10096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275" dirty="0">
                <a:solidFill>
                  <a:srgbClr val="001C34"/>
                </a:solidFill>
              </a:rPr>
              <a:t>Expected</a:t>
            </a:r>
            <a:r>
              <a:rPr spc="-55" dirty="0">
                <a:solidFill>
                  <a:srgbClr val="001C34"/>
                </a:solidFill>
              </a:rPr>
              <a:t> </a:t>
            </a:r>
            <a:r>
              <a:rPr spc="-295" dirty="0">
                <a:solidFill>
                  <a:srgbClr val="082136"/>
                </a:solidFill>
              </a:rPr>
              <a:t>Outcomes</a:t>
            </a:r>
            <a:r>
              <a:rPr spc="-85" dirty="0">
                <a:solidFill>
                  <a:srgbClr val="082136"/>
                </a:solidFill>
              </a:rPr>
              <a:t> </a:t>
            </a:r>
            <a:r>
              <a:rPr spc="-254" dirty="0">
                <a:solidFill>
                  <a:srgbClr val="081F31"/>
                </a:solidFill>
              </a:rPr>
              <a:t>and</a:t>
            </a:r>
            <a:r>
              <a:rPr spc="-484" dirty="0">
                <a:solidFill>
                  <a:srgbClr val="081F31"/>
                </a:solidFill>
              </a:rPr>
              <a:t> </a:t>
            </a:r>
            <a:r>
              <a:rPr spc="-165" dirty="0">
                <a:solidFill>
                  <a:srgbClr val="01233F"/>
                </a:solidFill>
              </a:rPr>
              <a:t>Impact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2022256" y="8441266"/>
            <a:ext cx="1974214" cy="5334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300" spc="-335" dirty="0">
                <a:latin typeface="Arial" panose="020B0604020202020204" pitchFamily="34" charset="0"/>
                <a:cs typeface="Arial" panose="020B0604020202020204" pitchFamily="34" charset="0"/>
              </a:rPr>
              <a:t>Regular</a:t>
            </a:r>
            <a:r>
              <a:rPr sz="3300" spc="-9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285" dirty="0">
                <a:solidFill>
                  <a:srgbClr val="0C0C0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</a:t>
            </a:r>
            <a:endParaRPr sz="3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006346" y="8441266"/>
            <a:ext cx="2179320" cy="5334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300" spc="-335" dirty="0">
                <a:latin typeface="Arial" panose="020B0604020202020204" pitchFamily="34" charset="0"/>
                <a:cs typeface="Arial" panose="020B0604020202020204" pitchFamily="34" charset="0"/>
              </a:rPr>
              <a:t>Improved</a:t>
            </a:r>
            <a:r>
              <a:rPr sz="3300" spc="-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85" dirty="0">
                <a:solidFill>
                  <a:srgbClr val="0A0A0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</a:t>
            </a:r>
            <a:endParaRPr sz="3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943008" y="3051175"/>
            <a:ext cx="2442210" cy="1706429"/>
          </a:xfrm>
          <a:prstGeom prst="rect">
            <a:avLst/>
          </a:prstGeom>
        </p:spPr>
        <p:txBody>
          <a:bodyPr vert="horz" wrap="square" lIns="0" tIns="91440" rIns="0" bIns="0" rtlCol="0">
            <a:spAutoFit/>
          </a:bodyPr>
          <a:lstStyle/>
          <a:p>
            <a:pPr marL="12700" marR="5080" indent="16510">
              <a:lnSpc>
                <a:spcPct val="83900"/>
              </a:lnSpc>
              <a:spcBef>
                <a:spcPts val="720"/>
              </a:spcBef>
            </a:pPr>
            <a:r>
              <a:rPr sz="3100" spc="-40" dirty="0">
                <a:solidFill>
                  <a:srgbClr val="7C41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sz="3100" spc="-114" dirty="0">
                <a:solidFill>
                  <a:srgbClr val="7C41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100" spc="-105" dirty="0">
                <a:solidFill>
                  <a:srgbClr val="7E3F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Gap:</a:t>
            </a:r>
            <a:r>
              <a:rPr sz="3100" spc="-70" dirty="0">
                <a:solidFill>
                  <a:srgbClr val="7E3F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100" spc="-50" dirty="0">
                <a:solidFill>
                  <a:srgbClr val="87382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Noise, </a:t>
            </a:r>
            <a:r>
              <a:rPr sz="3200" spc="-65" dirty="0">
                <a:solidFill>
                  <a:srgbClr val="72342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Cartels,</a:t>
            </a:r>
            <a:r>
              <a:rPr sz="3200" spc="-110" dirty="0">
                <a:solidFill>
                  <a:srgbClr val="72342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200" spc="-25" dirty="0">
                <a:solidFill>
                  <a:srgbClr val="7C3D3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 </a:t>
            </a:r>
            <a:r>
              <a:rPr sz="3050" spc="-10" dirty="0">
                <a:solidFill>
                  <a:srgbClr val="8E3F3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Errors</a:t>
            </a:r>
            <a:endParaRPr sz="3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1303389" y="2656416"/>
            <a:ext cx="5097780" cy="258000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 marR="5080" indent="20320">
              <a:lnSpc>
                <a:spcPct val="101400"/>
              </a:lnSpc>
              <a:spcBef>
                <a:spcPts val="75"/>
              </a:spcBef>
            </a:pPr>
            <a:r>
              <a:rPr sz="3300" spc="-215" dirty="0">
                <a:latin typeface="Arial" panose="020B0604020202020204" pitchFamily="34" charset="0"/>
                <a:cs typeface="Arial" panose="020B0604020202020204" pitchFamily="34" charset="0"/>
              </a:rPr>
              <a:t>We</a:t>
            </a:r>
            <a:r>
              <a:rPr sz="3300" spc="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120" dirty="0">
                <a:latin typeface="Arial" panose="020B0604020202020204" pitchFamily="34" charset="0"/>
                <a:cs typeface="Arial" panose="020B0604020202020204" pitchFamily="34" charset="0"/>
              </a:rPr>
              <a:t>anticipate</a:t>
            </a:r>
            <a:r>
              <a:rPr sz="3300" spc="-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175" dirty="0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sz="3300" spc="-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145" dirty="0">
                <a:latin typeface="Arial" panose="020B0604020202020204" pitchFamily="34" charset="0"/>
                <a:cs typeface="Arial" panose="020B0604020202020204" pitchFamily="34" charset="0"/>
              </a:rPr>
              <a:t>Improved</a:t>
            </a:r>
            <a:r>
              <a:rPr sz="3300" spc="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25" dirty="0">
                <a:latin typeface="Arial" panose="020B0604020202020204" pitchFamily="34" charset="0"/>
                <a:cs typeface="Arial" panose="020B0604020202020204" pitchFamily="34" charset="0"/>
              </a:rPr>
              <a:t>IF </a:t>
            </a:r>
            <a:r>
              <a:rPr sz="3300" spc="-70" dirty="0">
                <a:latin typeface="Arial" panose="020B0604020202020204" pitchFamily="34" charset="0"/>
                <a:cs typeface="Arial" panose="020B0604020202020204" pitchFamily="34" charset="0"/>
              </a:rPr>
              <a:t>will</a:t>
            </a:r>
            <a:r>
              <a:rPr sz="3300" spc="-11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165" dirty="0">
                <a:latin typeface="Arial" panose="020B0604020202020204" pitchFamily="34" charset="0"/>
                <a:cs typeface="Arial" panose="020B0604020202020204" pitchFamily="34" charset="0"/>
              </a:rPr>
              <a:t>be</a:t>
            </a:r>
            <a:r>
              <a:rPr sz="3300" spc="-9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170" dirty="0">
                <a:latin typeface="Arial" panose="020B0604020202020204" pitchFamily="34" charset="0"/>
                <a:cs typeface="Arial" panose="020B0604020202020204" pitchFamily="34" charset="0"/>
              </a:rPr>
              <a:t>lower</a:t>
            </a:r>
            <a:r>
              <a:rPr sz="3300" spc="-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105" dirty="0">
                <a:latin typeface="Arial" panose="020B0604020202020204" pitchFamily="34" charset="0"/>
                <a:cs typeface="Arial" panose="020B0604020202020204" pitchFamily="34" charset="0"/>
              </a:rPr>
              <a:t>than</a:t>
            </a:r>
            <a:r>
              <a:rPr sz="3300" spc="-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175" dirty="0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sz="3300" spc="-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10" dirty="0">
                <a:latin typeface="Arial" panose="020B0604020202020204" pitchFamily="34" charset="0"/>
                <a:cs typeface="Arial" panose="020B0604020202020204" pitchFamily="34" charset="0"/>
              </a:rPr>
              <a:t>Regular </a:t>
            </a:r>
            <a:r>
              <a:rPr sz="3300" spc="-70" dirty="0">
                <a:latin typeface="Arial" panose="020B0604020202020204" pitchFamily="34" charset="0"/>
                <a:cs typeface="Arial" panose="020B0604020202020204" pitchFamily="34" charset="0"/>
              </a:rPr>
              <a:t>IF.</a:t>
            </a:r>
            <a:r>
              <a:rPr sz="3300" spc="-11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25" dirty="0">
                <a:latin typeface="Arial" panose="020B0604020202020204" pitchFamily="34" charset="0"/>
                <a:cs typeface="Arial" panose="020B0604020202020204" pitchFamily="34" charset="0"/>
              </a:rPr>
              <a:t>This</a:t>
            </a:r>
            <a:r>
              <a:rPr sz="3300" spc="-1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160" dirty="0">
                <a:latin typeface="Arial" panose="020B0604020202020204" pitchFamily="34" charset="0"/>
                <a:cs typeface="Arial" panose="020B0604020202020204" pitchFamily="34" charset="0"/>
              </a:rPr>
              <a:t>gap</a:t>
            </a:r>
            <a:r>
              <a:rPr sz="3300" spc="-3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185" dirty="0">
                <a:latin typeface="Arial" panose="020B0604020202020204" pitchFamily="34" charset="0"/>
                <a:cs typeface="Arial" panose="020B0604020202020204" pitchFamily="34" charset="0"/>
              </a:rPr>
              <a:t>represents</a:t>
            </a:r>
            <a:r>
              <a:rPr sz="3300" spc="9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25" dirty="0">
                <a:latin typeface="Arial" panose="020B0604020202020204" pitchFamily="34" charset="0"/>
                <a:cs typeface="Arial" panose="020B0604020202020204" pitchFamily="34" charset="0"/>
              </a:rPr>
              <a:t>the </a:t>
            </a:r>
            <a:r>
              <a:rPr sz="3250" spc="-90" dirty="0">
                <a:latin typeface="Arial" panose="020B0604020202020204" pitchFamily="34" charset="0"/>
                <a:cs typeface="Arial" panose="020B0604020202020204" pitchFamily="34" charset="0"/>
              </a:rPr>
              <a:t>manipulation</a:t>
            </a:r>
            <a:r>
              <a:rPr sz="3250" spc="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250" spc="-235" dirty="0">
                <a:latin typeface="Arial" panose="020B0604020202020204" pitchFamily="34" charset="0"/>
                <a:cs typeface="Arial" panose="020B0604020202020204" pitchFamily="34" charset="0"/>
              </a:rPr>
              <a:t>we</a:t>
            </a:r>
            <a:r>
              <a:rPr sz="3250" spc="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250" spc="-50" dirty="0">
                <a:latin typeface="Arial" panose="020B0604020202020204" pitchFamily="34" charset="0"/>
                <a:cs typeface="Arial" panose="020B0604020202020204" pitchFamily="34" charset="0"/>
              </a:rPr>
              <a:t>successfully </a:t>
            </a:r>
            <a:r>
              <a:rPr sz="3400" spc="-190" dirty="0">
                <a:latin typeface="Arial" panose="020B0604020202020204" pitchFamily="34" charset="0"/>
                <a:cs typeface="Arial" panose="020B0604020202020204" pitchFamily="34" charset="0"/>
              </a:rPr>
              <a:t>filtered</a:t>
            </a:r>
            <a:r>
              <a:rPr sz="3400" spc="4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00" spc="-20" dirty="0">
                <a:latin typeface="Arial" panose="020B0604020202020204" pitchFamily="34" charset="0"/>
                <a:cs typeface="Arial" panose="020B0604020202020204" pitchFamily="34" charset="0"/>
              </a:rPr>
              <a:t>out.</a:t>
            </a:r>
            <a:endParaRPr sz="3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1313324" y="5699477"/>
            <a:ext cx="5104130" cy="3120213"/>
          </a:xfrm>
          <a:prstGeom prst="rect">
            <a:avLst/>
          </a:prstGeom>
        </p:spPr>
        <p:txBody>
          <a:bodyPr vert="horz" wrap="square" lIns="0" tIns="29845" rIns="0" bIns="0" rtlCol="0">
            <a:spAutoFit/>
          </a:bodyPr>
          <a:lstStyle/>
          <a:p>
            <a:pPr marL="12700" marR="5080" indent="1270">
              <a:lnSpc>
                <a:spcPct val="97200"/>
              </a:lnSpc>
              <a:spcBef>
                <a:spcPts val="235"/>
              </a:spcBef>
            </a:pPr>
            <a:r>
              <a:rPr sz="3450" spc="-40" dirty="0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sz="3450" spc="-16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50" spc="-220" dirty="0">
                <a:latin typeface="Arial" panose="020B0604020202020204" pitchFamily="34" charset="0"/>
                <a:cs typeface="Arial" panose="020B0604020202020204" pitchFamily="34" charset="0"/>
              </a:rPr>
              <a:t>Value:</a:t>
            </a:r>
            <a:r>
              <a:rPr sz="3450" spc="-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50" spc="-30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sz="3450" spc="-8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50" spc="-10" dirty="0">
                <a:latin typeface="Arial" panose="020B0604020202020204" pitchFamily="34" charset="0"/>
                <a:cs typeface="Arial" panose="020B0604020202020204" pitchFamily="34" charset="0"/>
              </a:rPr>
              <a:t>transparent, </a:t>
            </a:r>
            <a:r>
              <a:rPr sz="3450" spc="-80" dirty="0">
                <a:latin typeface="Arial" panose="020B0604020202020204" pitchFamily="34" charset="0"/>
                <a:cs typeface="Arial" panose="020B0604020202020204" pitchFamily="34" charset="0"/>
              </a:rPr>
              <a:t>complementary</a:t>
            </a:r>
            <a:r>
              <a:rPr sz="3450" spc="-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50" spc="-85" dirty="0">
                <a:latin typeface="Arial" panose="020B0604020202020204" pitchFamily="34" charset="0"/>
                <a:cs typeface="Arial" panose="020B0604020202020204" pitchFamily="34" charset="0"/>
              </a:rPr>
              <a:t>tool</a:t>
            </a:r>
            <a:r>
              <a:rPr sz="3450" spc="-14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50" spc="-25" dirty="0">
                <a:latin typeface="Arial" panose="020B0604020202020204" pitchFamily="34" charset="0"/>
                <a:cs typeface="Arial" panose="020B0604020202020204" pitchFamily="34" charset="0"/>
              </a:rPr>
              <a:t>for </a:t>
            </a:r>
            <a:r>
              <a:rPr sz="3450" spc="-95" dirty="0">
                <a:latin typeface="Arial" panose="020B0604020202020204" pitchFamily="34" charset="0"/>
                <a:cs typeface="Arial" panose="020B0604020202020204" pitchFamily="34" charset="0"/>
              </a:rPr>
              <a:t>research</a:t>
            </a:r>
            <a:r>
              <a:rPr sz="3450" spc="-13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50" spc="-85" dirty="0">
                <a:latin typeface="Arial" panose="020B0604020202020204" pitchFamily="34" charset="0"/>
                <a:cs typeface="Arial" panose="020B0604020202020204" pitchFamily="34" charset="0"/>
              </a:rPr>
              <a:t>evaluation,</a:t>
            </a:r>
            <a:r>
              <a:rPr sz="3450" spc="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50" spc="-90" dirty="0">
                <a:latin typeface="Arial" panose="020B0604020202020204" pitchFamily="34" charset="0"/>
                <a:cs typeface="Arial" panose="020B0604020202020204" pitchFamily="34" charset="0"/>
              </a:rPr>
              <a:t>rewarding </a:t>
            </a:r>
            <a:r>
              <a:rPr sz="3450" spc="-70" dirty="0">
                <a:latin typeface="Arial" panose="020B0604020202020204" pitchFamily="34" charset="0"/>
                <a:cs typeface="Arial" panose="020B0604020202020204" pitchFamily="34" charset="0"/>
              </a:rPr>
              <a:t>genuine</a:t>
            </a:r>
            <a:r>
              <a:rPr sz="3450" spc="-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50" spc="-120" dirty="0">
                <a:latin typeface="Arial" panose="020B0604020202020204" pitchFamily="34" charset="0"/>
                <a:cs typeface="Arial" panose="020B0604020202020204" pitchFamily="34" charset="0"/>
              </a:rPr>
              <a:t>knowledge</a:t>
            </a:r>
            <a:r>
              <a:rPr sz="3450" spc="-4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50" spc="-10" dirty="0">
                <a:latin typeface="Arial" panose="020B0604020202020204" pitchFamily="34" charset="0"/>
                <a:cs typeface="Arial" panose="020B0604020202020204" pitchFamily="34" charset="0"/>
              </a:rPr>
              <a:t>patterns </a:t>
            </a:r>
            <a:r>
              <a:rPr sz="3450" spc="-110" dirty="0">
                <a:latin typeface="Arial" panose="020B0604020202020204" pitchFamily="34" charset="0"/>
                <a:cs typeface="Arial" panose="020B0604020202020204" pitchFamily="34" charset="0"/>
              </a:rPr>
              <a:t>over</a:t>
            </a:r>
            <a:r>
              <a:rPr sz="3450" spc="-8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50" spc="-110" dirty="0">
                <a:latin typeface="Arial" panose="020B0604020202020204" pitchFamily="34" charset="0"/>
                <a:cs typeface="Arial" panose="020B0604020202020204" pitchFamily="34" charset="0"/>
              </a:rPr>
              <a:t>gaming</a:t>
            </a:r>
            <a:r>
              <a:rPr sz="3450" spc="-7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50" spc="-10" dirty="0">
                <a:latin typeface="Arial" panose="020B0604020202020204" pitchFamily="34" charset="0"/>
                <a:cs typeface="Arial" panose="020B0604020202020204" pitchFamily="34" charset="0"/>
              </a:rPr>
              <a:t>strategies.</a:t>
            </a:r>
            <a:endParaRPr sz="34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300F790-B085-6E60-0A7A-ED3D7D0B0DAE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82144" y="9070848"/>
            <a:ext cx="4019296" cy="369332"/>
          </a:xfrm>
        </p:spPr>
        <p:txBody>
          <a:bodyPr/>
          <a:lstStyle/>
          <a:p>
            <a:fld id="{B6F15528-21DE-4FAA-801E-634DDDAF4B2B}" type="slidenum">
              <a:rPr lang="en-US" sz="2400" smtClean="0"/>
              <a:t>14</a:t>
            </a:fld>
            <a:endParaRPr lang="en-US" sz="24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736600" y="656802"/>
            <a:ext cx="14401800" cy="10278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6600" spc="-225" dirty="0">
                <a:solidFill>
                  <a:srgbClr val="052642"/>
                </a:solidFill>
              </a:rPr>
              <a:t>Some </a:t>
            </a:r>
            <a:r>
              <a:rPr sz="6600" spc="-225" dirty="0">
                <a:solidFill>
                  <a:srgbClr val="052642"/>
                </a:solidFill>
              </a:rPr>
              <a:t>Validation</a:t>
            </a:r>
            <a:r>
              <a:rPr sz="6600" spc="-170" dirty="0">
                <a:solidFill>
                  <a:srgbClr val="052642"/>
                </a:solidFill>
              </a:rPr>
              <a:t> </a:t>
            </a:r>
            <a:r>
              <a:rPr sz="6600" spc="-300" dirty="0">
                <a:solidFill>
                  <a:srgbClr val="01213D"/>
                </a:solidFill>
              </a:rPr>
              <a:t>and</a:t>
            </a:r>
            <a:r>
              <a:rPr sz="6600" spc="-484" dirty="0">
                <a:solidFill>
                  <a:srgbClr val="01213D"/>
                </a:solidFill>
              </a:rPr>
              <a:t> </a:t>
            </a:r>
            <a:r>
              <a:rPr sz="6600" spc="-254" dirty="0">
                <a:solidFill>
                  <a:srgbClr val="052A44"/>
                </a:solidFill>
              </a:rPr>
              <a:t>Testing</a:t>
            </a:r>
            <a:r>
              <a:rPr sz="6600" spc="-405" dirty="0">
                <a:solidFill>
                  <a:srgbClr val="052A44"/>
                </a:solidFill>
              </a:rPr>
              <a:t> </a:t>
            </a:r>
            <a:r>
              <a:rPr sz="6600" spc="-360" dirty="0">
                <a:solidFill>
                  <a:srgbClr val="052A46"/>
                </a:solidFill>
              </a:rPr>
              <a:t>Plan</a:t>
            </a:r>
            <a:endParaRPr sz="6600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C5D6A08E-3287-6CC4-143A-7444C87356FD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82144" y="9070848"/>
            <a:ext cx="4019296" cy="369332"/>
          </a:xfrm>
        </p:spPr>
        <p:txBody>
          <a:bodyPr/>
          <a:lstStyle/>
          <a:p>
            <a:fld id="{B6F15528-21DE-4FAA-801E-634DDDAF4B2B}" type="slidenum">
              <a:rPr lang="en-US" sz="2400" smtClean="0"/>
              <a:t>15</a:t>
            </a:fld>
            <a:endParaRPr lang="en-US" sz="2400"/>
          </a:p>
        </p:txBody>
      </p:sp>
      <p:pic>
        <p:nvPicPr>
          <p:cNvPr id="16" name="תמונה 15" descr="תמונה שמכילה טקסט, מכתב, נייר, גופן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9968D831-6467-C8A6-F0C7-F777BB26875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26" b="57030"/>
          <a:stretch>
            <a:fillRect/>
          </a:stretch>
        </p:blipFill>
        <p:spPr>
          <a:xfrm>
            <a:off x="1727200" y="1684647"/>
            <a:ext cx="13060899" cy="78059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767A21F-B7F3-0C23-ADE7-034D8B3A91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12700000" y="8378801"/>
            <a:ext cx="228600" cy="34962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F437173-C4AF-63C8-7444-56CE153490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1600" y="7162800"/>
            <a:ext cx="83827" cy="12955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6DD3CA9-EB2F-6CC5-5575-44FA891F9B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0000" y="7164000"/>
            <a:ext cx="72000" cy="11127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A1B5BC8-2C5F-3678-9145-780962588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7">
            <a:extLst>
              <a:ext uri="{FF2B5EF4-FFF2-40B4-BE49-F238E27FC236}">
                <a16:creationId xmlns:a16="http://schemas.microsoft.com/office/drawing/2014/main" id="{DF9D6619-D43F-6880-A6C6-97608E9E6C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36600" y="656802"/>
            <a:ext cx="14401800" cy="10278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6600" spc="-225">
                <a:solidFill>
                  <a:srgbClr val="052642"/>
                </a:solidFill>
              </a:rPr>
              <a:t>Some Validation</a:t>
            </a:r>
            <a:r>
              <a:rPr lang="en-US" sz="6600" spc="-170">
                <a:solidFill>
                  <a:srgbClr val="052642"/>
                </a:solidFill>
              </a:rPr>
              <a:t> </a:t>
            </a:r>
            <a:r>
              <a:rPr lang="en-US" sz="6600" spc="-300">
                <a:solidFill>
                  <a:srgbClr val="01213D"/>
                </a:solidFill>
              </a:rPr>
              <a:t>and</a:t>
            </a:r>
            <a:r>
              <a:rPr lang="en-US" sz="6600" spc="-484">
                <a:solidFill>
                  <a:srgbClr val="01213D"/>
                </a:solidFill>
              </a:rPr>
              <a:t> </a:t>
            </a:r>
            <a:r>
              <a:rPr lang="en-US" sz="6600" spc="-254">
                <a:solidFill>
                  <a:srgbClr val="052A44"/>
                </a:solidFill>
              </a:rPr>
              <a:t>Testing</a:t>
            </a:r>
            <a:r>
              <a:rPr lang="en-US" sz="6600" spc="-405">
                <a:solidFill>
                  <a:srgbClr val="052A44"/>
                </a:solidFill>
              </a:rPr>
              <a:t> </a:t>
            </a:r>
            <a:r>
              <a:rPr lang="en-US" sz="6600" spc="-360">
                <a:solidFill>
                  <a:srgbClr val="052A46"/>
                </a:solidFill>
              </a:rPr>
              <a:t>Plan</a:t>
            </a:r>
            <a:endParaRPr lang="en-US" sz="6600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CFD3535C-7379-D935-0B32-3E6C1E490312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82144" y="9070848"/>
            <a:ext cx="4019296" cy="369332"/>
          </a:xfrm>
        </p:spPr>
        <p:txBody>
          <a:bodyPr/>
          <a:lstStyle/>
          <a:p>
            <a:fld id="{B6F15528-21DE-4FAA-801E-634DDDAF4B2B}" type="slidenum">
              <a:rPr lang="en-US" sz="2400" smtClean="0"/>
              <a:t>16</a:t>
            </a:fld>
            <a:endParaRPr lang="en-US" sz="2400" dirty="0"/>
          </a:p>
        </p:txBody>
      </p:sp>
      <p:pic>
        <p:nvPicPr>
          <p:cNvPr id="6" name="תמונה 5" descr="תמונה שמכילה טקסט, מכתב, נייר, גופן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33F4BA47-7FCA-5992-7681-807EAA44C3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969" b="22134"/>
          <a:stretch>
            <a:fillRect/>
          </a:stretch>
        </p:blipFill>
        <p:spPr>
          <a:xfrm>
            <a:off x="2489200" y="2085577"/>
            <a:ext cx="11009962" cy="5763023"/>
          </a:xfrm>
          <a:prstGeom prst="rect">
            <a:avLst/>
          </a:prstGeom>
        </p:spPr>
      </p:pic>
      <p:pic>
        <p:nvPicPr>
          <p:cNvPr id="4" name="תמונה 5" descr="תמונה שמכילה טקסט, מכתב, נייר, גופן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5C4BAFB1-DBA6-2A8F-40F9-B55070CA51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3865" b="8290"/>
          <a:stretch>
            <a:fillRect/>
          </a:stretch>
        </p:blipFill>
        <p:spPr>
          <a:xfrm>
            <a:off x="2489200" y="7772400"/>
            <a:ext cx="11009962" cy="129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20620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939800" y="0"/>
            <a:ext cx="4445" cy="9740900"/>
          </a:xfrm>
          <a:custGeom>
            <a:avLst/>
            <a:gdLst/>
            <a:ahLst/>
            <a:cxnLst/>
            <a:rect l="l" t="t" r="r" b="b"/>
            <a:pathLst>
              <a:path w="4444" h="9740900">
                <a:moveTo>
                  <a:pt x="4233" y="9740900"/>
                </a:moveTo>
                <a:lnTo>
                  <a:pt x="0" y="9740900"/>
                </a:lnTo>
                <a:lnTo>
                  <a:pt x="0" y="0"/>
                </a:lnTo>
                <a:lnTo>
                  <a:pt x="4233" y="0"/>
                </a:lnTo>
                <a:lnTo>
                  <a:pt x="4233" y="9740900"/>
                </a:lnTo>
                <a:close/>
              </a:path>
            </a:pathLst>
          </a:custGeom>
          <a:solidFill>
            <a:srgbClr val="6B6B6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1361016" y="1240367"/>
            <a:ext cx="0" cy="7040245"/>
          </a:xfrm>
          <a:custGeom>
            <a:avLst/>
            <a:gdLst/>
            <a:ahLst/>
            <a:cxnLst/>
            <a:rect l="l" t="t" r="r" b="b"/>
            <a:pathLst>
              <a:path h="7040245">
                <a:moveTo>
                  <a:pt x="0" y="7040033"/>
                </a:moveTo>
                <a:lnTo>
                  <a:pt x="0" y="0"/>
                </a:lnTo>
              </a:path>
            </a:pathLst>
          </a:custGeom>
          <a:ln w="4233">
            <a:solidFill>
              <a:srgbClr val="6B6B6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16131116" y="1240367"/>
            <a:ext cx="0" cy="7040245"/>
          </a:xfrm>
          <a:custGeom>
            <a:avLst/>
            <a:gdLst/>
            <a:ahLst/>
            <a:cxnLst/>
            <a:rect l="l" t="t" r="r" b="b"/>
            <a:pathLst>
              <a:path h="7040245">
                <a:moveTo>
                  <a:pt x="0" y="7040033"/>
                </a:moveTo>
                <a:lnTo>
                  <a:pt x="0" y="0"/>
                </a:lnTo>
              </a:path>
            </a:pathLst>
          </a:custGeom>
          <a:ln w="4233">
            <a:solidFill>
              <a:srgbClr val="6B6B6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6535400" y="0"/>
            <a:ext cx="4445" cy="9740900"/>
          </a:xfrm>
          <a:custGeom>
            <a:avLst/>
            <a:gdLst/>
            <a:ahLst/>
            <a:cxnLst/>
            <a:rect l="l" t="t" r="r" b="b"/>
            <a:pathLst>
              <a:path w="4444" h="9740900">
                <a:moveTo>
                  <a:pt x="4233" y="9740900"/>
                </a:moveTo>
                <a:lnTo>
                  <a:pt x="0" y="9740900"/>
                </a:lnTo>
                <a:lnTo>
                  <a:pt x="0" y="0"/>
                </a:lnTo>
                <a:lnTo>
                  <a:pt x="4233" y="0"/>
                </a:lnTo>
                <a:lnTo>
                  <a:pt x="4233" y="9740900"/>
                </a:lnTo>
                <a:close/>
              </a:path>
            </a:pathLst>
          </a:custGeom>
          <a:solidFill>
            <a:srgbClr val="6B6B6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346200" y="0"/>
            <a:ext cx="4445" cy="939800"/>
          </a:xfrm>
          <a:custGeom>
            <a:avLst/>
            <a:gdLst/>
            <a:ahLst/>
            <a:cxnLst/>
            <a:rect l="l" t="t" r="r" b="b"/>
            <a:pathLst>
              <a:path w="4444" h="939800">
                <a:moveTo>
                  <a:pt x="4233" y="939800"/>
                </a:moveTo>
                <a:lnTo>
                  <a:pt x="0" y="939800"/>
                </a:lnTo>
                <a:lnTo>
                  <a:pt x="0" y="0"/>
                </a:lnTo>
                <a:lnTo>
                  <a:pt x="4233" y="0"/>
                </a:lnTo>
                <a:lnTo>
                  <a:pt x="4233" y="939800"/>
                </a:lnTo>
                <a:close/>
              </a:path>
            </a:pathLst>
          </a:custGeom>
          <a:solidFill>
            <a:srgbClr val="6B6B6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6116300" y="0"/>
            <a:ext cx="4445" cy="939800"/>
          </a:xfrm>
          <a:custGeom>
            <a:avLst/>
            <a:gdLst/>
            <a:ahLst/>
            <a:cxnLst/>
            <a:rect l="l" t="t" r="r" b="b"/>
            <a:pathLst>
              <a:path w="4444" h="939800">
                <a:moveTo>
                  <a:pt x="4233" y="939800"/>
                </a:moveTo>
                <a:lnTo>
                  <a:pt x="0" y="939800"/>
                </a:lnTo>
                <a:lnTo>
                  <a:pt x="0" y="0"/>
                </a:lnTo>
                <a:lnTo>
                  <a:pt x="4233" y="0"/>
                </a:lnTo>
                <a:lnTo>
                  <a:pt x="4233" y="939800"/>
                </a:lnTo>
                <a:close/>
              </a:path>
            </a:pathLst>
          </a:custGeom>
          <a:solidFill>
            <a:srgbClr val="6B6B6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2700" y="8568266"/>
            <a:ext cx="17462500" cy="4445"/>
          </a:xfrm>
          <a:custGeom>
            <a:avLst/>
            <a:gdLst/>
            <a:ahLst/>
            <a:cxnLst/>
            <a:rect l="l" t="t" r="r" b="b"/>
            <a:pathLst>
              <a:path w="17462500" h="4445">
                <a:moveTo>
                  <a:pt x="17462500" y="4233"/>
                </a:moveTo>
                <a:lnTo>
                  <a:pt x="0" y="4233"/>
                </a:lnTo>
                <a:lnTo>
                  <a:pt x="0" y="0"/>
                </a:lnTo>
                <a:lnTo>
                  <a:pt x="17462500" y="0"/>
                </a:lnTo>
                <a:lnTo>
                  <a:pt x="17462500" y="4233"/>
                </a:lnTo>
                <a:close/>
              </a:path>
            </a:pathLst>
          </a:custGeom>
          <a:solidFill>
            <a:srgbClr val="6B6B6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2700" y="948266"/>
            <a:ext cx="17462500" cy="4445"/>
          </a:xfrm>
          <a:custGeom>
            <a:avLst/>
            <a:gdLst/>
            <a:ahLst/>
            <a:cxnLst/>
            <a:rect l="l" t="t" r="r" b="b"/>
            <a:pathLst>
              <a:path w="17462500" h="4444">
                <a:moveTo>
                  <a:pt x="17462500" y="4233"/>
                </a:moveTo>
                <a:lnTo>
                  <a:pt x="0" y="4233"/>
                </a:lnTo>
                <a:lnTo>
                  <a:pt x="0" y="0"/>
                </a:lnTo>
                <a:lnTo>
                  <a:pt x="17462500" y="0"/>
                </a:lnTo>
                <a:lnTo>
                  <a:pt x="17462500" y="4233"/>
                </a:lnTo>
                <a:close/>
              </a:path>
            </a:pathLst>
          </a:custGeom>
          <a:solidFill>
            <a:srgbClr val="6B6B6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>
            <a:spLocks noGrp="1"/>
          </p:cNvSpPr>
          <p:nvPr>
            <p:ph type="title"/>
          </p:nvPr>
        </p:nvSpPr>
        <p:spPr>
          <a:xfrm>
            <a:off x="4240848" y="3352800"/>
            <a:ext cx="9404350" cy="11131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7150" spc="-180" dirty="0">
                <a:solidFill>
                  <a:srgbClr val="032448"/>
                </a:solidFill>
              </a:rPr>
              <a:t>Thank you for listening</a:t>
            </a:r>
            <a:endParaRPr sz="7150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D737F5B-C415-6111-EB5C-FB4BC2CEF4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16104" y="8989879"/>
            <a:ext cx="4019296" cy="369332"/>
          </a:xfrm>
        </p:spPr>
        <p:txBody>
          <a:bodyPr/>
          <a:lstStyle/>
          <a:p>
            <a:fld id="{B6F15528-21DE-4FAA-801E-634DDDAF4B2B}" type="slidenum">
              <a:rPr lang="en-US" sz="2400" smtClean="0"/>
              <a:t>17</a:t>
            </a:fld>
            <a:endParaRPr lang="en-US" sz="24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A41DA8-C89A-A736-4DCC-FB63B737143A}"/>
              </a:ext>
            </a:extLst>
          </p:cNvPr>
          <p:cNvSpPr txBox="1"/>
          <p:nvPr/>
        </p:nvSpPr>
        <p:spPr>
          <a:xfrm>
            <a:off x="1358900" y="5859832"/>
            <a:ext cx="14741946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PT" sz="1600" b="1" dirty="0"/>
              <a:t>References</a:t>
            </a:r>
            <a:endParaRPr lang="en-US" sz="1600" dirty="0"/>
          </a:p>
          <a:p>
            <a:pPr algn="just"/>
            <a:r>
              <a:rPr lang="pt-PT" sz="1400" dirty="0"/>
              <a:t>[1] Avros, R., Farfel, G., &amp; Volkovich, Z. (2025). </a:t>
            </a:r>
            <a:r>
              <a:rPr lang="en-US" sz="1400" i="1" dirty="0"/>
              <a:t>A Nested Structure of Anomalies in Academic Publication Citations</a:t>
            </a:r>
            <a:r>
              <a:rPr lang="en-US" sz="1400" dirty="0"/>
              <a:t>. In Proceedings of the 14th International Conference on Data Science, Technology and Applications (DATA 2025), pages 761-768.</a:t>
            </a:r>
          </a:p>
          <a:p>
            <a:pPr algn="just"/>
            <a:r>
              <a:rPr lang="en-US" sz="1400" dirty="0"/>
              <a:t>[2] </a:t>
            </a:r>
            <a:r>
              <a:rPr lang="en-US" sz="1400" dirty="0" err="1"/>
              <a:t>Avros</a:t>
            </a:r>
            <a:r>
              <a:rPr lang="en-US" sz="1400" dirty="0"/>
              <a:t>, R., Toledano Kitai, D., &amp; </a:t>
            </a:r>
            <a:r>
              <a:rPr lang="en-US" sz="1400" dirty="0" err="1"/>
              <a:t>Volkovich</a:t>
            </a:r>
            <a:r>
              <a:rPr lang="en-US" sz="1400" dirty="0"/>
              <a:t>, Z. (2025). </a:t>
            </a:r>
            <a:r>
              <a:rPr lang="en-US" sz="1400" i="1" dirty="0"/>
              <a:t>Citation Steadiness Analysis with </a:t>
            </a:r>
            <a:r>
              <a:rPr lang="en-US" sz="1400" i="1" dirty="0" err="1"/>
              <a:t>GraphSAGE</a:t>
            </a:r>
            <a:r>
              <a:rPr lang="en-US" sz="1400" i="1" dirty="0"/>
              <a:t> Approach</a:t>
            </a:r>
            <a:r>
              <a:rPr lang="en-US" sz="1400" dirty="0"/>
              <a:t>. Proceedings of the 14th International Conference on Data Science, Technology and Applications (DATA 2025), pages 769-777.</a:t>
            </a:r>
          </a:p>
          <a:p>
            <a:pPr algn="just"/>
            <a:r>
              <a:rPr lang="en-US" sz="1400" dirty="0"/>
              <a:t>[3] </a:t>
            </a:r>
            <a:r>
              <a:rPr lang="en-US" sz="1400" dirty="0" err="1"/>
              <a:t>Avros</a:t>
            </a:r>
            <a:r>
              <a:rPr lang="en-US" sz="1400" dirty="0"/>
              <a:t>, R., Keshet, S., Toledano Kitai, D., Vexler, E., &amp; </a:t>
            </a:r>
            <a:r>
              <a:rPr lang="en-US" sz="1400" dirty="0" err="1"/>
              <a:t>Volkovich</a:t>
            </a:r>
            <a:r>
              <a:rPr lang="en-US" sz="1400" dirty="0"/>
              <a:t>, Z. (2023). </a:t>
            </a:r>
            <a:r>
              <a:rPr lang="en-US" sz="1400" i="1" dirty="0"/>
              <a:t>Detecting Pseudo-Manipulated Citations in Scientific Literature through Perturbations of the Citation Graph</a:t>
            </a:r>
            <a:r>
              <a:rPr lang="en-US" sz="1400" dirty="0"/>
              <a:t>. Mathematics, 11, 3820.</a:t>
            </a:r>
          </a:p>
          <a:p>
            <a:pPr algn="just"/>
            <a:r>
              <a:rPr lang="en-US" sz="1400" dirty="0"/>
              <a:t>[4] Grover, A.; Leskovec, J. </a:t>
            </a:r>
            <a:r>
              <a:rPr lang="en-US" sz="1400" i="1" dirty="0"/>
              <a:t>Node2vec: Scalable Feature Learning for Networks.</a:t>
            </a:r>
            <a:r>
              <a:rPr lang="en-US" sz="1400" dirty="0"/>
              <a:t>  Proceedings of the 22nd ACM SIGKDD International Conference on Knowledge Discovery and Data Mining, KDD ‘16, San Francisco, CA, USA, 13–17 August 2016; pp. 855–864.</a:t>
            </a:r>
          </a:p>
          <a:p>
            <a:pPr algn="just"/>
            <a:r>
              <a:rPr lang="en-US" sz="1400" dirty="0"/>
              <a:t>[5] Hamilton, W. L., Ying, Z., &amp; Leskovec, J. (2017). </a:t>
            </a:r>
            <a:r>
              <a:rPr lang="en-US" sz="1400" i="1" dirty="0"/>
              <a:t>Inductive representation learning on large graphs</a:t>
            </a:r>
            <a:r>
              <a:rPr lang="en-US" sz="1400" dirty="0"/>
              <a:t>.  Advances in Neural Information Processing Systems (Vol. 30). Curran Associates, Inc.</a:t>
            </a:r>
          </a:p>
          <a:p>
            <a:pPr algn="just"/>
            <a:r>
              <a:rPr lang="en-US" sz="1400" dirty="0"/>
              <a:t>[6] Prabha, C. G. (1983). </a:t>
            </a:r>
            <a:r>
              <a:rPr lang="en-US" sz="1400" i="1" dirty="0"/>
              <a:t>Some aspects of citation </a:t>
            </a:r>
            <a:r>
              <a:rPr lang="en-US" sz="1400" i="1" dirty="0" err="1"/>
              <a:t>behaviour</a:t>
            </a:r>
            <a:r>
              <a:rPr lang="en-US" sz="1400" i="1" dirty="0"/>
              <a:t>: A pilot study in business administration</a:t>
            </a:r>
            <a:r>
              <a:rPr lang="en-US" sz="1400" dirty="0"/>
              <a:t>. Journal of the American Society for Information Science, 34(4), 202 206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364</TotalTime>
  <Words>921</Words>
  <Application>Microsoft Office PowerPoint</Application>
  <PresentationFormat>Custom</PresentationFormat>
  <Paragraphs>90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Arial</vt:lpstr>
      <vt:lpstr>Arial MT</vt:lpstr>
      <vt:lpstr>Office Theme</vt:lpstr>
      <vt:lpstr>Real Impact-Factor Analysis Of Academic Journals</vt:lpstr>
      <vt:lpstr>Introduction </vt:lpstr>
      <vt:lpstr>The Hidden Manipulation in Citation Networks</vt:lpstr>
      <vt:lpstr>Our Mission: Refining the Impact Factor </vt:lpstr>
      <vt:lpstr>Impact Factor</vt:lpstr>
      <vt:lpstr>The Core Hypothesis: Stability vs. Fragility</vt:lpstr>
      <vt:lpstr>Methodology: A Stability-Test for Data</vt:lpstr>
      <vt:lpstr>GraphSAGE Embedding</vt:lpstr>
      <vt:lpstr>Node2vec Embedding</vt:lpstr>
      <vt:lpstr>Link Prediction</vt:lpstr>
      <vt:lpstr>The Algorithm Execution Cycle</vt:lpstr>
      <vt:lpstr>sequence diagram</vt:lpstr>
      <vt:lpstr>Deriving the Improved Impact Factor</vt:lpstr>
      <vt:lpstr>Expected Outcomes and Impact</vt:lpstr>
      <vt:lpstr>Some Validation and Testing Plan</vt:lpstr>
      <vt:lpstr>Some Validation and Testing Plan</vt:lpstr>
      <vt:lpstr>Thank you for listening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heba abo qandil</dc:creator>
  <cp:lastModifiedBy>אוריאן חזיזה</cp:lastModifiedBy>
  <cp:revision>47</cp:revision>
  <dcterms:created xsi:type="dcterms:W3CDTF">2026-01-15T12:02:55Z</dcterms:created>
  <dcterms:modified xsi:type="dcterms:W3CDTF">2026-01-25T11:51:49Z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2026-01-15T00:00:00Z</vt:filetime>
  </property>
  <property fmtid="{D5CDD505-2E9C-101B-9397-08002B2CF9AE}" pid="3" name="LastSaved">
    <vt:filetime>2026-01-15T00:00:00Z</vt:filetime>
  </property>
</Properties>
</file>